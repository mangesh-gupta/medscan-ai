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3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4"/>
    <p:sldMasterId id="2147483822" r:id="rId5"/>
    <p:sldMasterId id="2147483980" r:id="rId6"/>
    <p:sldMasterId id="2147483982" r:id="rId7"/>
    <p:sldMasterId id="2147483984" r:id="rId8"/>
    <p:sldMasterId id="2147483986" r:id="rId9"/>
  </p:sldMasterIdLst>
  <p:notesMasterIdLst>
    <p:notesMasterId r:id="rId20"/>
  </p:notesMasterIdLst>
  <p:handoutMasterIdLst>
    <p:handoutMasterId r:id="rId21"/>
  </p:handoutMasterIdLst>
  <p:sldIdLst>
    <p:sldId id="256" r:id="rId10"/>
    <p:sldId id="268" r:id="rId11"/>
    <p:sldId id="2142533009" r:id="rId12"/>
    <p:sldId id="2142533066" r:id="rId13"/>
    <p:sldId id="269" r:id="rId14"/>
    <p:sldId id="2142533065" r:id="rId15"/>
    <p:sldId id="2142533068" r:id="rId16"/>
    <p:sldId id="2142532996" r:id="rId17"/>
    <p:sldId id="274" r:id="rId18"/>
    <p:sldId id="2142533070" r:id="rId19"/>
  </p:sldIdLst>
  <p:sldSz cx="9144000" cy="5143500" type="screen16x9"/>
  <p:notesSz cx="20104100" cy="11315700"/>
  <p:defaultTextStyle>
    <a:defPPr>
      <a:defRPr lang="en-US"/>
    </a:defPPr>
    <a:lvl1pPr marL="0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1pPr>
    <a:lvl2pPr marL="207763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2pPr>
    <a:lvl3pPr marL="415525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3pPr>
    <a:lvl4pPr marL="62328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4pPr>
    <a:lvl5pPr marL="83104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5pPr>
    <a:lvl6pPr marL="1038811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6pPr>
    <a:lvl7pPr marL="1246574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7pPr>
    <a:lvl8pPr marL="1454337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8pPr>
    <a:lvl9pPr marL="166209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ti Mukul" initials="AM" lastIdx="134" clrIdx="0">
    <p:extLst>
      <p:ext uri="{19B8F6BF-5375-455C-9EA6-DF929625EA0E}">
        <p15:presenceInfo xmlns:p15="http://schemas.microsoft.com/office/powerpoint/2012/main" userId="S::1561747@TCS.com::b915b143-710a-4e7a-a06a-915d3c266981" providerId="AD"/>
      </p:ext>
    </p:extLst>
  </p:cmAuthor>
  <p:cmAuthor id="2" name="Kapil  Krishnan" initials="KK" lastIdx="81" clrIdx="1">
    <p:extLst>
      <p:ext uri="{19B8F6BF-5375-455C-9EA6-DF929625EA0E}">
        <p15:presenceInfo xmlns:p15="http://schemas.microsoft.com/office/powerpoint/2012/main" userId="S::571206@TCS.com::f34fbc68-f4bd-41fd-a210-a6e9abee1cae" providerId="AD"/>
      </p:ext>
    </p:extLst>
  </p:cmAuthor>
  <p:cmAuthor id="3" name="Milind" initials="M" lastIdx="1" clrIdx="2">
    <p:extLst>
      <p:ext uri="{19B8F6BF-5375-455C-9EA6-DF929625EA0E}">
        <p15:presenceInfo xmlns:p15="http://schemas.microsoft.com/office/powerpoint/2012/main" userId="S::106465@TCS.com::6f0e4f12-3889-446c-9da4-4330ec04817d" providerId="AD"/>
      </p:ext>
    </p:extLst>
  </p:cmAuthor>
  <p:cmAuthor id="4" name="Sreenivasa Chakravarti" initials="SC" lastIdx="7" clrIdx="3">
    <p:extLst>
      <p:ext uri="{19B8F6BF-5375-455C-9EA6-DF929625EA0E}">
        <p15:presenceInfo xmlns:p15="http://schemas.microsoft.com/office/powerpoint/2012/main" userId="S::132743@TCS.com::aa4a9113-4e87-47be-963d-67c84a2112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C7F"/>
    <a:srgbClr val="F47B54"/>
    <a:srgbClr val="913619"/>
    <a:srgbClr val="C14821"/>
    <a:srgbClr val="F15A29"/>
    <a:srgbClr val="F58D86"/>
    <a:srgbClr val="F2675D"/>
    <a:srgbClr val="8F2720"/>
    <a:srgbClr val="BF342A"/>
    <a:srgbClr val="EF4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7049A9-05E9-5744-B1DB-27EEBB792F45}" v="2" dt="2026-09-08T10:40:23.536"/>
    <p1510:client id="{9B82C148-9FC9-4F30-802E-E8B82FA01DEC}" v="8" dt="2026-09-08T10:28:32.964"/>
    <p1510:client id="{A9408C5A-7284-4E78-9241-632CDBA12D4C}" v="1" dt="2026-09-08T11:31:26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377854619345602"/>
          <c:y val="0.21465293485731063"/>
          <c:w val="0.69244319625002904"/>
          <c:h val="0.6669655348043763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FC8-4028-A1CF-3D594A7D0D8E}"/>
              </c:ext>
            </c:extLst>
          </c:dPt>
          <c:dPt>
            <c:idx val="1"/>
            <c:bubble3D val="0"/>
            <c:spPr>
              <a:solidFill>
                <a:srgbClr val="FBB03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788-4A63-8FC6-A3DDF8AA5B0E}"/>
              </c:ext>
            </c:extLst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788-4A63-8FC6-A3DDF8AA5B0E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788-4A63-8FC6-A3DDF8AA5B0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UK</c:v>
                </c:pt>
                <c:pt idx="1">
                  <c:v>Europe</c:v>
                </c:pt>
                <c:pt idx="2">
                  <c:v>India</c:v>
                </c:pt>
                <c:pt idx="3">
                  <c:v>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88-4A63-8FC6-A3DDF8AA5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 ipsum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UK</c:v>
                </c:pt>
                <c:pt idx="1">
                  <c:v>Europe</c:v>
                </c:pt>
                <c:pt idx="2">
                  <c:v>India</c:v>
                </c:pt>
                <c:pt idx="3">
                  <c:v>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AE-4DB9-8D25-FF7729299CC7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Lorem ipsum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UK</c:v>
                </c:pt>
                <c:pt idx="1">
                  <c:v>Europe</c:v>
                </c:pt>
                <c:pt idx="2">
                  <c:v>India</c:v>
                </c:pt>
                <c:pt idx="3">
                  <c:v>US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AE-4DB9-8D25-FF7729299C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0669775"/>
        <c:axId val="2130666895"/>
      </c:barChart>
      <c:catAx>
        <c:axId val="2130669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0666895"/>
        <c:crosses val="autoZero"/>
        <c:auto val="1"/>
        <c:lblAlgn val="ctr"/>
        <c:lblOffset val="100"/>
        <c:noMultiLvlLbl val="0"/>
      </c:catAx>
      <c:valAx>
        <c:axId val="2130666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06697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F93363-4B1F-4C8E-A6A8-E59E73B1D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4A02-2C6F-4C3E-B8A6-F4E320ED10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3A15D-369C-476E-A4FD-27B2714E55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C65AE-70C1-456E-BDCB-3BF147736C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D416F-24FB-46D6-8460-CBAA61BA37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4DE49-BEC2-4CDB-9AEE-41A7BC71E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D8B44-2349-4EE3-B0D0-553C8A2F62D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C5E5-9620-4FBC-AD03-52B8306EE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1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9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69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7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bg1"/>
                </a:solidFill>
              </a:defRPr>
            </a:lvl1pPr>
          </a:lstStyle>
          <a:p>
            <a:pPr marL="571472" lvl="0" indent="-571472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3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2450863"/>
            <a:ext cx="3751168" cy="381515"/>
          </a:xfrm>
        </p:spPr>
        <p:txBody>
          <a:bodyPr vert="horz" wrap="square" lIns="0" tIns="12065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948574"/>
            <a:ext cx="3702702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/>
            </a:lvl1pPr>
          </a:lstStyle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9194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FE8CA3-EB0C-0016-2A02-A92BD933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2017549"/>
            <a:ext cx="5010466" cy="34458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228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FE8CA3-EB0C-0016-2A02-A92BD933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2017549"/>
            <a:ext cx="5010466" cy="34458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90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9521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microsoft.com/office/2007/relationships/hdphoto" Target="../media/hdphoto1.wdp"/><Relationship Id="rId7" Type="http://schemas.openxmlformats.org/officeDocument/2006/relationships/image" Target="../media/image2.png"/><Relationship Id="rId8" Type="http://schemas.microsoft.com/office/2007/relationships/hdphoto" Target="../media/hdphoto2.wdp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4.xml"/><Relationship Id="rId3" Type="http://schemas.openxmlformats.org/officeDocument/2006/relationships/image" Target="../media/image7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5.xml"/><Relationship Id="rId3" Type="http://schemas.openxmlformats.org/officeDocument/2006/relationships/image" Target="../media/image5.jpeg"/><Relationship Id="rId4" Type="http://schemas.openxmlformats.org/officeDocument/2006/relationships/image" Target="../media/image8.sv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6.xml"/><Relationship Id="rId3" Type="http://schemas.openxmlformats.org/officeDocument/2006/relationships/image" Target="../media/image9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91431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700"/>
            </a:lvl1pPr>
          </a:lstStyle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700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IN" smtClean="0"/>
              <a:pPr algn="ctr" defTabSz="914355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8379" y="4647630"/>
            <a:ext cx="435969" cy="387958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4733063"/>
            <a:ext cx="1266904" cy="3025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9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92" r:id="rId2"/>
    <p:sldLayoutId id="2147483893" r:id="rId3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100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 userDrawn="1">
          <p15:clr>
            <a:srgbClr val="F26B43"/>
          </p15:clr>
        </p15:guide>
        <p15:guide id="2" pos="172" userDrawn="1">
          <p15:clr>
            <a:srgbClr val="F26B43"/>
          </p15:clr>
        </p15:guide>
        <p15:guide id="3" pos="5573" userDrawn="1">
          <p15:clr>
            <a:srgbClr val="F26B43"/>
          </p15:clr>
        </p15:guide>
        <p15:guide id="4" orient="horz" pos="1720" userDrawn="1">
          <p15:clr>
            <a:srgbClr val="F26B43"/>
          </p15:clr>
        </p15:guide>
        <p15:guide id="5" orient="horz" pos="2916" userDrawn="1">
          <p15:clr>
            <a:srgbClr val="F26B43"/>
          </p15:clr>
        </p15:guide>
        <p15:guide id="6" orient="horz" pos="531" userDrawn="1">
          <p15:clr>
            <a:srgbClr val="F26B43"/>
          </p15:clr>
        </p15:guide>
        <p15:guide id="7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F41ADF-2946-F2A4-0F88-938D9F13F88B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00726"/>
            <a:chExt cx="8647111" cy="50436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382C60E-DA0A-B2F6-5CCF-04E5A607C5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13" name="Picture 12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91C5FDC1-4409-9D27-E107-7DF174E3831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574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AF62E6-5949-2556-219D-75D79AE3A2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2" t="12459" r="17295" b="1029"/>
          <a:stretch>
            <a:fillRect/>
          </a:stretch>
        </p:blipFill>
        <p:spPr>
          <a:xfrm>
            <a:off x="2229131" y="0"/>
            <a:ext cx="6914869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D46DBA-9A81-46A9-7A8D-F8E4CB8821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3" r="29646"/>
          <a:stretch>
            <a:fillRect/>
          </a:stretch>
        </p:blipFill>
        <p:spPr>
          <a:xfrm>
            <a:off x="1075763" y="0"/>
            <a:ext cx="5547793" cy="5143243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2450863"/>
            <a:ext cx="375116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948574"/>
            <a:ext cx="3702702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CA1D41E-58DB-2CB7-0E28-D391B7104496}"/>
              </a:ext>
            </a:extLst>
          </p:cNvPr>
          <p:cNvGrpSpPr/>
          <p:nvPr userDrawn="1"/>
        </p:nvGrpSpPr>
        <p:grpSpPr>
          <a:xfrm>
            <a:off x="285750" y="1289993"/>
            <a:ext cx="3515985" cy="3342607"/>
            <a:chOff x="285750" y="1289993"/>
            <a:chExt cx="3515985" cy="3342607"/>
          </a:xfrm>
        </p:grpSpPr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AF8424B1-7DFC-5F1F-EA61-892149319424}"/>
                </a:ext>
              </a:extLst>
            </p:cNvPr>
            <p:cNvGrpSpPr/>
            <p:nvPr/>
          </p:nvGrpSpPr>
          <p:grpSpPr>
            <a:xfrm>
              <a:off x="291707" y="1679362"/>
              <a:ext cx="2323500" cy="552891"/>
              <a:chOff x="291707" y="1486747"/>
              <a:chExt cx="2323500" cy="552891"/>
            </a:xfrm>
            <a:solidFill>
              <a:srgbClr val="FBB034"/>
            </a:solidFill>
          </p:grpSpPr>
          <p:grpSp>
            <p:nvGrpSpPr>
              <p:cNvPr id="101" name="Graphic 2">
                <a:extLst>
                  <a:ext uri="{FF2B5EF4-FFF2-40B4-BE49-F238E27FC236}">
                    <a16:creationId xmlns:a16="http://schemas.microsoft.com/office/drawing/2014/main" id="{1D8147E3-F946-EF70-0B8B-B09C1C509A6C}"/>
                  </a:ext>
                </a:extLst>
              </p:cNvPr>
              <p:cNvGrpSpPr/>
              <p:nvPr/>
            </p:nvGrpSpPr>
            <p:grpSpPr>
              <a:xfrm>
                <a:off x="291707" y="1486747"/>
                <a:ext cx="1245866" cy="552891"/>
                <a:chOff x="291707" y="1486747"/>
                <a:chExt cx="1245866" cy="552891"/>
              </a:xfrm>
              <a:solidFill>
                <a:srgbClr val="FBB034"/>
              </a:solidFill>
            </p:grpSpPr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B3B698D6-FE57-35DB-AE6B-353B077562E7}"/>
                    </a:ext>
                  </a:extLst>
                </p:cNvPr>
                <p:cNvSpPr/>
                <p:nvPr/>
              </p:nvSpPr>
              <p:spPr>
                <a:xfrm>
                  <a:off x="291707" y="1486747"/>
                  <a:ext cx="308610" cy="409709"/>
                </a:xfrm>
                <a:custGeom>
                  <a:avLst/>
                  <a:gdLst>
                    <a:gd name="csX0" fmla="*/ 279733 w 308610"/>
                    <a:gd name="csY0" fmla="*/ 350146 h 409709"/>
                    <a:gd name="csX1" fmla="*/ 300185 w 308610"/>
                    <a:gd name="csY1" fmla="*/ 358865 h 409709"/>
                    <a:gd name="csX2" fmla="*/ 308610 w 308610"/>
                    <a:gd name="csY2" fmla="*/ 379626 h 409709"/>
                    <a:gd name="csX3" fmla="*/ 300185 w 308610"/>
                    <a:gd name="csY3" fmla="*/ 400990 h 409709"/>
                    <a:gd name="csX4" fmla="*/ 279733 w 308610"/>
                    <a:gd name="csY4" fmla="*/ 409709 h 409709"/>
                    <a:gd name="csX5" fmla="*/ 33686 w 308610"/>
                    <a:gd name="csY5" fmla="*/ 409709 h 409709"/>
                    <a:gd name="csX6" fmla="*/ 9925 w 308610"/>
                    <a:gd name="csY6" fmla="*/ 400079 h 409709"/>
                    <a:gd name="csX7" fmla="*/ 0 w 308610"/>
                    <a:gd name="csY7" fmla="*/ 377215 h 409709"/>
                    <a:gd name="csX8" fmla="*/ 0 w 308610"/>
                    <a:gd name="csY8" fmla="*/ 32494 h 409709"/>
                    <a:gd name="csX9" fmla="*/ 9925 w 308610"/>
                    <a:gd name="csY9" fmla="*/ 9630 h 409709"/>
                    <a:gd name="csX10" fmla="*/ 33686 w 308610"/>
                    <a:gd name="csY10" fmla="*/ 0 h 409709"/>
                    <a:gd name="csX11" fmla="*/ 279733 w 308610"/>
                    <a:gd name="csY11" fmla="*/ 0 h 409709"/>
                    <a:gd name="csX12" fmla="*/ 300185 w 308610"/>
                    <a:gd name="csY12" fmla="*/ 9028 h 409709"/>
                    <a:gd name="csX13" fmla="*/ 308610 w 308610"/>
                    <a:gd name="csY13" fmla="*/ 30083 h 409709"/>
                    <a:gd name="csX14" fmla="*/ 300185 w 308610"/>
                    <a:gd name="csY14" fmla="*/ 50844 h 409709"/>
                    <a:gd name="csX15" fmla="*/ 279733 w 308610"/>
                    <a:gd name="csY15" fmla="*/ 59563 h 409709"/>
                    <a:gd name="csX16" fmla="*/ 67371 w 308610"/>
                    <a:gd name="csY16" fmla="*/ 59563 h 409709"/>
                    <a:gd name="csX17" fmla="*/ 67371 w 308610"/>
                    <a:gd name="csY17" fmla="*/ 174470 h 409709"/>
                    <a:gd name="csX18" fmla="*/ 248444 w 308610"/>
                    <a:gd name="csY18" fmla="*/ 174470 h 409709"/>
                    <a:gd name="csX19" fmla="*/ 268294 w 308610"/>
                    <a:gd name="csY19" fmla="*/ 183190 h 409709"/>
                    <a:gd name="csX20" fmla="*/ 276719 w 308610"/>
                    <a:gd name="csY20" fmla="*/ 203951 h 409709"/>
                    <a:gd name="csX21" fmla="*/ 268602 w 308610"/>
                    <a:gd name="csY21" fmla="*/ 225314 h 409709"/>
                    <a:gd name="csX22" fmla="*/ 248444 w 308610"/>
                    <a:gd name="csY22" fmla="*/ 234034 h 409709"/>
                    <a:gd name="csX23" fmla="*/ 67371 w 308610"/>
                    <a:gd name="csY23" fmla="*/ 234034 h 409709"/>
                    <a:gd name="csX24" fmla="*/ 67371 w 308610"/>
                    <a:gd name="csY24" fmla="*/ 350146 h 409709"/>
                    <a:gd name="csX25" fmla="*/ 279733 w 308610"/>
                    <a:gd name="csY25" fmla="*/ 350146 h 4097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308610" h="409709">
                      <a:moveTo>
                        <a:pt x="279733" y="350146"/>
                      </a:moveTo>
                      <a:cubicBezTo>
                        <a:pt x="287751" y="350146"/>
                        <a:pt x="294564" y="353062"/>
                        <a:pt x="300185" y="358865"/>
                      </a:cubicBezTo>
                      <a:cubicBezTo>
                        <a:pt x="305793" y="364683"/>
                        <a:pt x="308610" y="371608"/>
                        <a:pt x="308610" y="379626"/>
                      </a:cubicBezTo>
                      <a:cubicBezTo>
                        <a:pt x="308610" y="388051"/>
                        <a:pt x="305807" y="395173"/>
                        <a:pt x="300185" y="400990"/>
                      </a:cubicBezTo>
                      <a:cubicBezTo>
                        <a:pt x="294564" y="406808"/>
                        <a:pt x="287751" y="409709"/>
                        <a:pt x="279733" y="409709"/>
                      </a:cubicBezTo>
                      <a:lnTo>
                        <a:pt x="33686" y="409709"/>
                      </a:lnTo>
                      <a:cubicBezTo>
                        <a:pt x="24462" y="409709"/>
                        <a:pt x="16541" y="406499"/>
                        <a:pt x="9925" y="400079"/>
                      </a:cubicBezTo>
                      <a:cubicBezTo>
                        <a:pt x="3308" y="393673"/>
                        <a:pt x="0" y="386047"/>
                        <a:pt x="0" y="377215"/>
                      </a:cubicBezTo>
                      <a:lnTo>
                        <a:pt x="0" y="32494"/>
                      </a:lnTo>
                      <a:cubicBezTo>
                        <a:pt x="0" y="23677"/>
                        <a:pt x="3308" y="16051"/>
                        <a:pt x="9925" y="9630"/>
                      </a:cubicBezTo>
                      <a:cubicBezTo>
                        <a:pt x="16541" y="3224"/>
                        <a:pt x="24462" y="0"/>
                        <a:pt x="33686" y="0"/>
                      </a:cubicBezTo>
                      <a:lnTo>
                        <a:pt x="279733" y="0"/>
                      </a:lnTo>
                      <a:cubicBezTo>
                        <a:pt x="287751" y="0"/>
                        <a:pt x="294564" y="3014"/>
                        <a:pt x="300185" y="9028"/>
                      </a:cubicBezTo>
                      <a:cubicBezTo>
                        <a:pt x="305793" y="15041"/>
                        <a:pt x="308610" y="22065"/>
                        <a:pt x="308610" y="30083"/>
                      </a:cubicBezTo>
                      <a:cubicBezTo>
                        <a:pt x="308610" y="38101"/>
                        <a:pt x="305807" y="45026"/>
                        <a:pt x="300185" y="50844"/>
                      </a:cubicBezTo>
                      <a:cubicBezTo>
                        <a:pt x="294564" y="56661"/>
                        <a:pt x="287751" y="59563"/>
                        <a:pt x="279733" y="59563"/>
                      </a:cubicBezTo>
                      <a:lnTo>
                        <a:pt x="67371" y="59563"/>
                      </a:lnTo>
                      <a:lnTo>
                        <a:pt x="67371" y="174470"/>
                      </a:lnTo>
                      <a:lnTo>
                        <a:pt x="248444" y="174470"/>
                      </a:lnTo>
                      <a:cubicBezTo>
                        <a:pt x="256056" y="174470"/>
                        <a:pt x="262673" y="177386"/>
                        <a:pt x="268294" y="183190"/>
                      </a:cubicBezTo>
                      <a:cubicBezTo>
                        <a:pt x="273901" y="189007"/>
                        <a:pt x="276719" y="195932"/>
                        <a:pt x="276719" y="203951"/>
                      </a:cubicBezTo>
                      <a:cubicBezTo>
                        <a:pt x="276719" y="212375"/>
                        <a:pt x="274013" y="219497"/>
                        <a:pt x="268602" y="225314"/>
                      </a:cubicBezTo>
                      <a:cubicBezTo>
                        <a:pt x="263191" y="231132"/>
                        <a:pt x="256463" y="234034"/>
                        <a:pt x="248444" y="234034"/>
                      </a:cubicBezTo>
                      <a:lnTo>
                        <a:pt x="67371" y="234034"/>
                      </a:lnTo>
                      <a:lnTo>
                        <a:pt x="67371" y="350146"/>
                      </a:lnTo>
                      <a:lnTo>
                        <a:pt x="279733" y="350146"/>
                      </a:ln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E7D034E2-FB33-4903-D0D6-DF80BB2160F1}"/>
                    </a:ext>
                  </a:extLst>
                </p:cNvPr>
                <p:cNvSpPr/>
                <p:nvPr/>
              </p:nvSpPr>
              <p:spPr>
                <a:xfrm>
                  <a:off x="623798" y="1617270"/>
                  <a:ext cx="267705" cy="285199"/>
                </a:xfrm>
                <a:custGeom>
                  <a:avLst/>
                  <a:gdLst>
                    <a:gd name="csX0" fmla="*/ 258369 w 267705"/>
                    <a:gd name="csY0" fmla="*/ 276172 h 285199"/>
                    <a:gd name="csX1" fmla="*/ 234608 w 267705"/>
                    <a:gd name="csY1" fmla="*/ 285200 h 285199"/>
                    <a:gd name="csX2" fmla="*/ 215964 w 267705"/>
                    <a:gd name="csY2" fmla="*/ 280083 h 285199"/>
                    <a:gd name="csX3" fmla="*/ 200320 w 267705"/>
                    <a:gd name="csY3" fmla="*/ 264747 h 285199"/>
                    <a:gd name="csX4" fmla="*/ 133537 w 267705"/>
                    <a:gd name="csY4" fmla="*/ 183526 h 285199"/>
                    <a:gd name="csX5" fmla="*/ 64960 w 267705"/>
                    <a:gd name="csY5" fmla="*/ 268350 h 285199"/>
                    <a:gd name="csX6" fmla="*/ 51727 w 267705"/>
                    <a:gd name="csY6" fmla="*/ 280378 h 285199"/>
                    <a:gd name="csX7" fmla="*/ 33083 w 267705"/>
                    <a:gd name="csY7" fmla="*/ 285186 h 285199"/>
                    <a:gd name="csX8" fmla="*/ 9322 w 267705"/>
                    <a:gd name="csY8" fmla="*/ 276158 h 285199"/>
                    <a:gd name="csX9" fmla="*/ 0 w 267705"/>
                    <a:gd name="csY9" fmla="*/ 254500 h 285199"/>
                    <a:gd name="csX10" fmla="*/ 3308 w 267705"/>
                    <a:gd name="csY10" fmla="*/ 240959 h 285199"/>
                    <a:gd name="csX11" fmla="*/ 11130 w 267705"/>
                    <a:gd name="csY11" fmla="*/ 230725 h 285199"/>
                    <a:gd name="csX12" fmla="*/ 16850 w 267705"/>
                    <a:gd name="csY12" fmla="*/ 225006 h 285199"/>
                    <a:gd name="csX13" fmla="*/ 92646 w 267705"/>
                    <a:gd name="csY13" fmla="*/ 139579 h 285199"/>
                    <a:gd name="csX14" fmla="*/ 18055 w 267705"/>
                    <a:gd name="csY14" fmla="*/ 54755 h 285199"/>
                    <a:gd name="csX15" fmla="*/ 9028 w 267705"/>
                    <a:gd name="csY15" fmla="*/ 43022 h 285199"/>
                    <a:gd name="csX16" fmla="*/ 6014 w 267705"/>
                    <a:gd name="csY16" fmla="*/ 30686 h 285199"/>
                    <a:gd name="csX17" fmla="*/ 15042 w 267705"/>
                    <a:gd name="csY17" fmla="*/ 9028 h 285199"/>
                    <a:gd name="csX18" fmla="*/ 38508 w 267705"/>
                    <a:gd name="csY18" fmla="*/ 0 h 285199"/>
                    <a:gd name="csX19" fmla="*/ 55652 w 267705"/>
                    <a:gd name="csY19" fmla="*/ 4514 h 285199"/>
                    <a:gd name="csX20" fmla="*/ 69783 w 267705"/>
                    <a:gd name="csY20" fmla="*/ 17453 h 285199"/>
                    <a:gd name="csX21" fmla="*/ 133551 w 267705"/>
                    <a:gd name="csY21" fmla="*/ 95660 h 285199"/>
                    <a:gd name="csX22" fmla="*/ 197320 w 267705"/>
                    <a:gd name="csY22" fmla="*/ 18055 h 285199"/>
                    <a:gd name="csX23" fmla="*/ 211759 w 267705"/>
                    <a:gd name="csY23" fmla="*/ 4514 h 285199"/>
                    <a:gd name="csX24" fmla="*/ 228609 w 267705"/>
                    <a:gd name="csY24" fmla="*/ 0 h 285199"/>
                    <a:gd name="csX25" fmla="*/ 251164 w 267705"/>
                    <a:gd name="csY25" fmla="*/ 8719 h 285199"/>
                    <a:gd name="csX26" fmla="*/ 260486 w 267705"/>
                    <a:gd name="csY26" fmla="*/ 29480 h 285199"/>
                    <a:gd name="csX27" fmla="*/ 257780 w 267705"/>
                    <a:gd name="csY27" fmla="*/ 40302 h 285199"/>
                    <a:gd name="csX28" fmla="*/ 249664 w 267705"/>
                    <a:gd name="csY28" fmla="*/ 51138 h 285199"/>
                    <a:gd name="csX29" fmla="*/ 173265 w 267705"/>
                    <a:gd name="csY29" fmla="*/ 135360 h 285199"/>
                    <a:gd name="csX30" fmla="*/ 256280 w 267705"/>
                    <a:gd name="csY30" fmla="*/ 229211 h 285199"/>
                    <a:gd name="csX31" fmla="*/ 265000 w 267705"/>
                    <a:gd name="csY31" fmla="*/ 241842 h 285199"/>
                    <a:gd name="csX32" fmla="*/ 267705 w 267705"/>
                    <a:gd name="csY32" fmla="*/ 253869 h 285199"/>
                    <a:gd name="csX33" fmla="*/ 258383 w 267705"/>
                    <a:gd name="csY33" fmla="*/ 276130 h 2851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</a:cxnLst>
                  <a:rect l="l" t="t" r="r" b="b"/>
                  <a:pathLst>
                    <a:path w="267705" h="285199">
                      <a:moveTo>
                        <a:pt x="258369" y="276172"/>
                      </a:moveTo>
                      <a:cubicBezTo>
                        <a:pt x="252145" y="282186"/>
                        <a:pt x="244225" y="285200"/>
                        <a:pt x="234608" y="285200"/>
                      </a:cubicBezTo>
                      <a:cubicBezTo>
                        <a:pt x="226576" y="285200"/>
                        <a:pt x="220366" y="283490"/>
                        <a:pt x="215964" y="280083"/>
                      </a:cubicBezTo>
                      <a:cubicBezTo>
                        <a:pt x="211548" y="276677"/>
                        <a:pt x="206334" y="271560"/>
                        <a:pt x="200320" y="264747"/>
                      </a:cubicBezTo>
                      <a:lnTo>
                        <a:pt x="133537" y="183526"/>
                      </a:lnTo>
                      <a:lnTo>
                        <a:pt x="64960" y="268350"/>
                      </a:lnTo>
                      <a:cubicBezTo>
                        <a:pt x="60951" y="273158"/>
                        <a:pt x="56535" y="277182"/>
                        <a:pt x="51727" y="280378"/>
                      </a:cubicBezTo>
                      <a:cubicBezTo>
                        <a:pt x="46919" y="283588"/>
                        <a:pt x="40695" y="285186"/>
                        <a:pt x="33083" y="285186"/>
                      </a:cubicBezTo>
                      <a:cubicBezTo>
                        <a:pt x="23452" y="285186"/>
                        <a:pt x="15532" y="282172"/>
                        <a:pt x="9322" y="276158"/>
                      </a:cubicBezTo>
                      <a:cubicBezTo>
                        <a:pt x="3098" y="270144"/>
                        <a:pt x="0" y="262925"/>
                        <a:pt x="0" y="254500"/>
                      </a:cubicBezTo>
                      <a:cubicBezTo>
                        <a:pt x="0" y="249299"/>
                        <a:pt x="1093" y="244786"/>
                        <a:pt x="3308" y="240959"/>
                      </a:cubicBezTo>
                      <a:cubicBezTo>
                        <a:pt x="5509" y="237146"/>
                        <a:pt x="8117" y="233739"/>
                        <a:pt x="11130" y="230725"/>
                      </a:cubicBezTo>
                      <a:cubicBezTo>
                        <a:pt x="14144" y="227711"/>
                        <a:pt x="16037" y="225819"/>
                        <a:pt x="16850" y="225006"/>
                      </a:cubicBezTo>
                      <a:lnTo>
                        <a:pt x="92646" y="139579"/>
                      </a:lnTo>
                      <a:lnTo>
                        <a:pt x="18055" y="54755"/>
                      </a:lnTo>
                      <a:cubicBezTo>
                        <a:pt x="14046" y="50353"/>
                        <a:pt x="11032" y="46442"/>
                        <a:pt x="9028" y="43022"/>
                      </a:cubicBezTo>
                      <a:cubicBezTo>
                        <a:pt x="7009" y="39615"/>
                        <a:pt x="6014" y="35508"/>
                        <a:pt x="6014" y="30686"/>
                      </a:cubicBezTo>
                      <a:cubicBezTo>
                        <a:pt x="6014" y="22261"/>
                        <a:pt x="9028" y="15042"/>
                        <a:pt x="15042" y="9028"/>
                      </a:cubicBezTo>
                      <a:cubicBezTo>
                        <a:pt x="21055" y="3014"/>
                        <a:pt x="28877" y="0"/>
                        <a:pt x="38508" y="0"/>
                      </a:cubicBezTo>
                      <a:cubicBezTo>
                        <a:pt x="45321" y="0"/>
                        <a:pt x="51040" y="1500"/>
                        <a:pt x="55652" y="4514"/>
                      </a:cubicBezTo>
                      <a:cubicBezTo>
                        <a:pt x="60264" y="7528"/>
                        <a:pt x="64974" y="11831"/>
                        <a:pt x="69783" y="17453"/>
                      </a:cubicBezTo>
                      <a:lnTo>
                        <a:pt x="133551" y="95660"/>
                      </a:lnTo>
                      <a:lnTo>
                        <a:pt x="197320" y="18055"/>
                      </a:lnTo>
                      <a:cubicBezTo>
                        <a:pt x="202521" y="12042"/>
                        <a:pt x="207343" y="7528"/>
                        <a:pt x="211759" y="4514"/>
                      </a:cubicBezTo>
                      <a:cubicBezTo>
                        <a:pt x="216160" y="1500"/>
                        <a:pt x="221782" y="0"/>
                        <a:pt x="228609" y="0"/>
                      </a:cubicBezTo>
                      <a:cubicBezTo>
                        <a:pt x="237426" y="0"/>
                        <a:pt x="244940" y="2916"/>
                        <a:pt x="251164" y="8719"/>
                      </a:cubicBezTo>
                      <a:cubicBezTo>
                        <a:pt x="257374" y="14537"/>
                        <a:pt x="260486" y="21462"/>
                        <a:pt x="260486" y="29480"/>
                      </a:cubicBezTo>
                      <a:cubicBezTo>
                        <a:pt x="260486" y="33489"/>
                        <a:pt x="259589" y="37106"/>
                        <a:pt x="257780" y="40302"/>
                      </a:cubicBezTo>
                      <a:cubicBezTo>
                        <a:pt x="255972" y="43512"/>
                        <a:pt x="253267" y="47129"/>
                        <a:pt x="249664" y="51138"/>
                      </a:cubicBezTo>
                      <a:lnTo>
                        <a:pt x="173265" y="135360"/>
                      </a:lnTo>
                      <a:lnTo>
                        <a:pt x="256280" y="229211"/>
                      </a:lnTo>
                      <a:cubicBezTo>
                        <a:pt x="260290" y="234020"/>
                        <a:pt x="263205" y="238239"/>
                        <a:pt x="265000" y="241842"/>
                      </a:cubicBezTo>
                      <a:cubicBezTo>
                        <a:pt x="266808" y="245458"/>
                        <a:pt x="267705" y="249468"/>
                        <a:pt x="267705" y="253869"/>
                      </a:cubicBezTo>
                      <a:cubicBezTo>
                        <a:pt x="267705" y="262701"/>
                        <a:pt x="264593" y="270116"/>
                        <a:pt x="258383" y="276130"/>
                      </a:cubicBez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FFF5095D-E3CE-0206-AC82-657DC86BEA8B}"/>
                    </a:ext>
                  </a:extLst>
                </p:cNvPr>
                <p:cNvSpPr/>
                <p:nvPr/>
              </p:nvSpPr>
              <p:spPr>
                <a:xfrm>
                  <a:off x="938408" y="1617312"/>
                  <a:ext cx="256883" cy="422325"/>
                </a:xfrm>
                <a:custGeom>
                  <a:avLst/>
                  <a:gdLst>
                    <a:gd name="csX0" fmla="*/ 96263 w 256883"/>
                    <a:gd name="csY0" fmla="*/ 0 h 422325"/>
                    <a:gd name="csX1" fmla="*/ 164237 w 256883"/>
                    <a:gd name="csY1" fmla="*/ 10528 h 422325"/>
                    <a:gd name="csX2" fmla="*/ 216581 w 256883"/>
                    <a:gd name="csY2" fmla="*/ 41508 h 422325"/>
                    <a:gd name="csX3" fmla="*/ 256883 w 256883"/>
                    <a:gd name="csY3" fmla="*/ 142579 h 422325"/>
                    <a:gd name="csX4" fmla="*/ 223198 w 256883"/>
                    <a:gd name="csY4" fmla="*/ 241239 h 422325"/>
                    <a:gd name="csX5" fmla="*/ 174470 w 256883"/>
                    <a:gd name="csY5" fmla="*/ 274322 h 422325"/>
                    <a:gd name="csX6" fmla="*/ 114304 w 256883"/>
                    <a:gd name="csY6" fmla="*/ 285158 h 422325"/>
                    <a:gd name="csX7" fmla="*/ 61358 w 256883"/>
                    <a:gd name="csY7" fmla="*/ 276733 h 422325"/>
                    <a:gd name="csX8" fmla="*/ 61358 w 256883"/>
                    <a:gd name="csY8" fmla="*/ 392243 h 422325"/>
                    <a:gd name="csX9" fmla="*/ 52036 w 256883"/>
                    <a:gd name="csY9" fmla="*/ 413298 h 422325"/>
                    <a:gd name="csX10" fmla="*/ 30686 w 256883"/>
                    <a:gd name="csY10" fmla="*/ 422326 h 422325"/>
                    <a:gd name="csX11" fmla="*/ 9028 w 256883"/>
                    <a:gd name="csY11" fmla="*/ 413298 h 422325"/>
                    <a:gd name="csX12" fmla="*/ 0 w 256883"/>
                    <a:gd name="csY12" fmla="*/ 392243 h 422325"/>
                    <a:gd name="csX13" fmla="*/ 0 w 256883"/>
                    <a:gd name="csY13" fmla="*/ 46933 h 422325"/>
                    <a:gd name="csX14" fmla="*/ 9028 w 256883"/>
                    <a:gd name="csY14" fmla="*/ 17761 h 422325"/>
                    <a:gd name="csX15" fmla="*/ 36700 w 256883"/>
                    <a:gd name="csY15" fmla="*/ 4822 h 422325"/>
                    <a:gd name="csX16" fmla="*/ 96263 w 256883"/>
                    <a:gd name="csY16" fmla="*/ 14 h 422325"/>
                    <a:gd name="csX17" fmla="*/ 61372 w 256883"/>
                    <a:gd name="csY17" fmla="*/ 225595 h 422325"/>
                    <a:gd name="csX18" fmla="*/ 108291 w 256883"/>
                    <a:gd name="csY18" fmla="*/ 234622 h 422325"/>
                    <a:gd name="csX19" fmla="*/ 142285 w 256883"/>
                    <a:gd name="csY19" fmla="*/ 229211 h 422325"/>
                    <a:gd name="csX20" fmla="*/ 170854 w 256883"/>
                    <a:gd name="csY20" fmla="*/ 211759 h 422325"/>
                    <a:gd name="csX21" fmla="*/ 195526 w 256883"/>
                    <a:gd name="csY21" fmla="*/ 142579 h 422325"/>
                    <a:gd name="csX22" fmla="*/ 171456 w 256883"/>
                    <a:gd name="csY22" fmla="*/ 76399 h 422325"/>
                    <a:gd name="csX23" fmla="*/ 102277 w 256883"/>
                    <a:gd name="csY23" fmla="*/ 50536 h 422325"/>
                    <a:gd name="csX24" fmla="*/ 61372 w 256883"/>
                    <a:gd name="csY24" fmla="*/ 53549 h 422325"/>
                    <a:gd name="csX25" fmla="*/ 61372 w 256883"/>
                    <a:gd name="csY25" fmla="*/ 225609 h 422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256883" h="422325">
                      <a:moveTo>
                        <a:pt x="96263" y="0"/>
                      </a:moveTo>
                      <a:cubicBezTo>
                        <a:pt x="121131" y="0"/>
                        <a:pt x="143785" y="3519"/>
                        <a:pt x="164237" y="10528"/>
                      </a:cubicBezTo>
                      <a:cubicBezTo>
                        <a:pt x="184690" y="17551"/>
                        <a:pt x="202142" y="27882"/>
                        <a:pt x="216581" y="41508"/>
                      </a:cubicBezTo>
                      <a:cubicBezTo>
                        <a:pt x="243440" y="67175"/>
                        <a:pt x="256883" y="100875"/>
                        <a:pt x="256883" y="142579"/>
                      </a:cubicBezTo>
                      <a:cubicBezTo>
                        <a:pt x="256883" y="184283"/>
                        <a:pt x="245655" y="215978"/>
                        <a:pt x="223198" y="241239"/>
                      </a:cubicBezTo>
                      <a:cubicBezTo>
                        <a:pt x="209964" y="256084"/>
                        <a:pt x="193717" y="267102"/>
                        <a:pt x="174470" y="274322"/>
                      </a:cubicBezTo>
                      <a:cubicBezTo>
                        <a:pt x="155223" y="281541"/>
                        <a:pt x="135163" y="285158"/>
                        <a:pt x="114304" y="285158"/>
                      </a:cubicBezTo>
                      <a:cubicBezTo>
                        <a:pt x="94651" y="285158"/>
                        <a:pt x="77002" y="282340"/>
                        <a:pt x="61358" y="276733"/>
                      </a:cubicBezTo>
                      <a:lnTo>
                        <a:pt x="61358" y="392243"/>
                      </a:lnTo>
                      <a:cubicBezTo>
                        <a:pt x="61358" y="400261"/>
                        <a:pt x="58246" y="407284"/>
                        <a:pt x="52036" y="413298"/>
                      </a:cubicBezTo>
                      <a:cubicBezTo>
                        <a:pt x="45811" y="419312"/>
                        <a:pt x="38690" y="422326"/>
                        <a:pt x="30686" y="422326"/>
                      </a:cubicBezTo>
                      <a:cubicBezTo>
                        <a:pt x="22261" y="422326"/>
                        <a:pt x="15042" y="419312"/>
                        <a:pt x="9028" y="413298"/>
                      </a:cubicBezTo>
                      <a:cubicBezTo>
                        <a:pt x="3014" y="407284"/>
                        <a:pt x="0" y="400261"/>
                        <a:pt x="0" y="392243"/>
                      </a:cubicBezTo>
                      <a:lnTo>
                        <a:pt x="0" y="46933"/>
                      </a:lnTo>
                      <a:cubicBezTo>
                        <a:pt x="0" y="33700"/>
                        <a:pt x="3014" y="23985"/>
                        <a:pt x="9028" y="17761"/>
                      </a:cubicBezTo>
                      <a:cubicBezTo>
                        <a:pt x="15042" y="11551"/>
                        <a:pt x="24266" y="7233"/>
                        <a:pt x="36700" y="4822"/>
                      </a:cubicBezTo>
                      <a:cubicBezTo>
                        <a:pt x="55148" y="1612"/>
                        <a:pt x="74997" y="14"/>
                        <a:pt x="96263" y="14"/>
                      </a:cubicBezTo>
                      <a:close/>
                      <a:moveTo>
                        <a:pt x="61372" y="225595"/>
                      </a:moveTo>
                      <a:cubicBezTo>
                        <a:pt x="74997" y="231608"/>
                        <a:pt x="90642" y="234622"/>
                        <a:pt x="108291" y="234622"/>
                      </a:cubicBezTo>
                      <a:cubicBezTo>
                        <a:pt x="119912" y="234622"/>
                        <a:pt x="131252" y="232814"/>
                        <a:pt x="142285" y="229211"/>
                      </a:cubicBezTo>
                      <a:cubicBezTo>
                        <a:pt x="153317" y="225609"/>
                        <a:pt x="162835" y="219791"/>
                        <a:pt x="170854" y="211759"/>
                      </a:cubicBezTo>
                      <a:cubicBezTo>
                        <a:pt x="187297" y="196521"/>
                        <a:pt x="195526" y="173461"/>
                        <a:pt x="195526" y="142579"/>
                      </a:cubicBezTo>
                      <a:cubicBezTo>
                        <a:pt x="195526" y="115314"/>
                        <a:pt x="187493" y="93249"/>
                        <a:pt x="171456" y="76399"/>
                      </a:cubicBezTo>
                      <a:cubicBezTo>
                        <a:pt x="154214" y="59157"/>
                        <a:pt x="131154" y="50536"/>
                        <a:pt x="102277" y="50536"/>
                      </a:cubicBezTo>
                      <a:cubicBezTo>
                        <a:pt x="89044" y="50536"/>
                        <a:pt x="75404" y="51545"/>
                        <a:pt x="61372" y="53549"/>
                      </a:cubicBezTo>
                      <a:lnTo>
                        <a:pt x="61372" y="225609"/>
                      </a:ln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9322A24C-3806-E823-F056-1626181EF0C7}"/>
                    </a:ext>
                  </a:extLst>
                </p:cNvPr>
                <p:cNvSpPr/>
                <p:nvPr/>
              </p:nvSpPr>
              <p:spPr>
                <a:xfrm>
                  <a:off x="1244607" y="1617312"/>
                  <a:ext cx="292966" cy="285157"/>
                </a:xfrm>
                <a:custGeom>
                  <a:avLst/>
                  <a:gdLst>
                    <a:gd name="csX0" fmla="*/ 11130 w 292966"/>
                    <a:gd name="csY0" fmla="*/ 85427 h 285157"/>
                    <a:gd name="csX1" fmla="*/ 42713 w 292966"/>
                    <a:gd name="csY1" fmla="*/ 39700 h 285157"/>
                    <a:gd name="csX2" fmla="*/ 89941 w 292966"/>
                    <a:gd name="csY2" fmla="*/ 10528 h 285157"/>
                    <a:gd name="csX3" fmla="*/ 146784 w 292966"/>
                    <a:gd name="csY3" fmla="*/ 0 h 285157"/>
                    <a:gd name="csX4" fmla="*/ 203937 w 292966"/>
                    <a:gd name="csY4" fmla="*/ 10528 h 285157"/>
                    <a:gd name="csX5" fmla="*/ 250855 w 292966"/>
                    <a:gd name="csY5" fmla="*/ 39700 h 285157"/>
                    <a:gd name="csX6" fmla="*/ 282144 w 292966"/>
                    <a:gd name="csY6" fmla="*/ 85118 h 285157"/>
                    <a:gd name="csX7" fmla="*/ 292966 w 292966"/>
                    <a:gd name="csY7" fmla="*/ 142565 h 285157"/>
                    <a:gd name="csX8" fmla="*/ 282144 w 292966"/>
                    <a:gd name="csY8" fmla="*/ 200923 h 285157"/>
                    <a:gd name="csX9" fmla="*/ 250855 w 292966"/>
                    <a:gd name="csY9" fmla="*/ 246047 h 285157"/>
                    <a:gd name="csX10" fmla="*/ 204231 w 292966"/>
                    <a:gd name="csY10" fmla="*/ 274925 h 285157"/>
                    <a:gd name="csX11" fmla="*/ 146784 w 292966"/>
                    <a:gd name="csY11" fmla="*/ 285158 h 285157"/>
                    <a:gd name="csX12" fmla="*/ 89030 w 292966"/>
                    <a:gd name="csY12" fmla="*/ 274925 h 285157"/>
                    <a:gd name="csX13" fmla="*/ 42713 w 292966"/>
                    <a:gd name="csY13" fmla="*/ 246047 h 285157"/>
                    <a:gd name="csX14" fmla="*/ 11130 w 292966"/>
                    <a:gd name="csY14" fmla="*/ 200923 h 285157"/>
                    <a:gd name="csX15" fmla="*/ 0 w 292966"/>
                    <a:gd name="csY15" fmla="*/ 142565 h 285157"/>
                    <a:gd name="csX16" fmla="*/ 11130 w 292966"/>
                    <a:gd name="csY16" fmla="*/ 85413 h 285157"/>
                    <a:gd name="csX17" fmla="*/ 84838 w 292966"/>
                    <a:gd name="csY17" fmla="*/ 206950 h 285157"/>
                    <a:gd name="csX18" fmla="*/ 112216 w 292966"/>
                    <a:gd name="csY18" fmla="*/ 226506 h 285157"/>
                    <a:gd name="csX19" fmla="*/ 146812 w 292966"/>
                    <a:gd name="csY19" fmla="*/ 233431 h 285157"/>
                    <a:gd name="csX20" fmla="*/ 180807 w 292966"/>
                    <a:gd name="csY20" fmla="*/ 226506 h 285157"/>
                    <a:gd name="csX21" fmla="*/ 208184 w 292966"/>
                    <a:gd name="csY21" fmla="*/ 206950 h 285157"/>
                    <a:gd name="csX22" fmla="*/ 232253 w 292966"/>
                    <a:gd name="csY22" fmla="*/ 142579 h 285157"/>
                    <a:gd name="csX23" fmla="*/ 208184 w 292966"/>
                    <a:gd name="csY23" fmla="*/ 78207 h 285157"/>
                    <a:gd name="csX24" fmla="*/ 180807 w 292966"/>
                    <a:gd name="csY24" fmla="*/ 58652 h 285157"/>
                    <a:gd name="csX25" fmla="*/ 146812 w 292966"/>
                    <a:gd name="csY25" fmla="*/ 51727 h 285157"/>
                    <a:gd name="csX26" fmla="*/ 112216 w 292966"/>
                    <a:gd name="csY26" fmla="*/ 58652 h 285157"/>
                    <a:gd name="csX27" fmla="*/ 84838 w 292966"/>
                    <a:gd name="csY27" fmla="*/ 78207 h 285157"/>
                    <a:gd name="csX28" fmla="*/ 61372 w 292966"/>
                    <a:gd name="csY28" fmla="*/ 142579 h 285157"/>
                    <a:gd name="csX29" fmla="*/ 84838 w 292966"/>
                    <a:gd name="csY29" fmla="*/ 206950 h 2851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</a:cxnLst>
                  <a:rect l="l" t="t" r="r" b="b"/>
                  <a:pathLst>
                    <a:path w="292966" h="285157">
                      <a:moveTo>
                        <a:pt x="11130" y="85427"/>
                      </a:moveTo>
                      <a:cubicBezTo>
                        <a:pt x="18546" y="67778"/>
                        <a:pt x="29074" y="52540"/>
                        <a:pt x="42713" y="39700"/>
                      </a:cubicBezTo>
                      <a:cubicBezTo>
                        <a:pt x="56339" y="27279"/>
                        <a:pt x="72081" y="17551"/>
                        <a:pt x="89941" y="10528"/>
                      </a:cubicBezTo>
                      <a:cubicBezTo>
                        <a:pt x="107786" y="3519"/>
                        <a:pt x="126738" y="0"/>
                        <a:pt x="146784" y="0"/>
                      </a:cubicBezTo>
                      <a:cubicBezTo>
                        <a:pt x="166830" y="0"/>
                        <a:pt x="185881" y="3519"/>
                        <a:pt x="203937" y="10528"/>
                      </a:cubicBezTo>
                      <a:cubicBezTo>
                        <a:pt x="221978" y="17551"/>
                        <a:pt x="237622" y="27279"/>
                        <a:pt x="250855" y="39700"/>
                      </a:cubicBezTo>
                      <a:cubicBezTo>
                        <a:pt x="264481" y="52540"/>
                        <a:pt x="274925" y="67680"/>
                        <a:pt x="282144" y="85118"/>
                      </a:cubicBezTo>
                      <a:cubicBezTo>
                        <a:pt x="289363" y="102571"/>
                        <a:pt x="292966" y="121720"/>
                        <a:pt x="292966" y="142565"/>
                      </a:cubicBezTo>
                      <a:cubicBezTo>
                        <a:pt x="292966" y="163410"/>
                        <a:pt x="289349" y="183274"/>
                        <a:pt x="282144" y="200923"/>
                      </a:cubicBezTo>
                      <a:cubicBezTo>
                        <a:pt x="274925" y="218572"/>
                        <a:pt x="264495" y="233613"/>
                        <a:pt x="250855" y="246047"/>
                      </a:cubicBezTo>
                      <a:cubicBezTo>
                        <a:pt x="238015" y="258481"/>
                        <a:pt x="222483" y="268112"/>
                        <a:pt x="204231" y="274925"/>
                      </a:cubicBezTo>
                      <a:cubicBezTo>
                        <a:pt x="185979" y="281737"/>
                        <a:pt x="166830" y="285158"/>
                        <a:pt x="146784" y="285158"/>
                      </a:cubicBezTo>
                      <a:cubicBezTo>
                        <a:pt x="126738" y="285158"/>
                        <a:pt x="107085" y="281752"/>
                        <a:pt x="89030" y="274925"/>
                      </a:cubicBezTo>
                      <a:cubicBezTo>
                        <a:pt x="70988" y="268112"/>
                        <a:pt x="55540" y="258481"/>
                        <a:pt x="42713" y="246047"/>
                      </a:cubicBezTo>
                      <a:cubicBezTo>
                        <a:pt x="29074" y="233627"/>
                        <a:pt x="18546" y="218586"/>
                        <a:pt x="11130" y="200923"/>
                      </a:cubicBezTo>
                      <a:cubicBezTo>
                        <a:pt x="3701" y="183274"/>
                        <a:pt x="0" y="163831"/>
                        <a:pt x="0" y="142565"/>
                      </a:cubicBezTo>
                      <a:cubicBezTo>
                        <a:pt x="0" y="121299"/>
                        <a:pt x="3701" y="103062"/>
                        <a:pt x="11130" y="85413"/>
                      </a:cubicBezTo>
                      <a:close/>
                      <a:moveTo>
                        <a:pt x="84838" y="206950"/>
                      </a:moveTo>
                      <a:cubicBezTo>
                        <a:pt x="92450" y="215375"/>
                        <a:pt x="101576" y="221894"/>
                        <a:pt x="112216" y="226506"/>
                      </a:cubicBezTo>
                      <a:cubicBezTo>
                        <a:pt x="122841" y="231118"/>
                        <a:pt x="134378" y="233431"/>
                        <a:pt x="146812" y="233431"/>
                      </a:cubicBezTo>
                      <a:cubicBezTo>
                        <a:pt x="159247" y="233431"/>
                        <a:pt x="170167" y="231132"/>
                        <a:pt x="180807" y="226506"/>
                      </a:cubicBezTo>
                      <a:cubicBezTo>
                        <a:pt x="191432" y="221894"/>
                        <a:pt x="200558" y="215375"/>
                        <a:pt x="208184" y="206950"/>
                      </a:cubicBezTo>
                      <a:cubicBezTo>
                        <a:pt x="224221" y="188895"/>
                        <a:pt x="232253" y="167447"/>
                        <a:pt x="232253" y="142579"/>
                      </a:cubicBezTo>
                      <a:cubicBezTo>
                        <a:pt x="232253" y="117711"/>
                        <a:pt x="224221" y="96263"/>
                        <a:pt x="208184" y="78207"/>
                      </a:cubicBezTo>
                      <a:cubicBezTo>
                        <a:pt x="200558" y="69783"/>
                        <a:pt x="191432" y="63264"/>
                        <a:pt x="180807" y="58652"/>
                      </a:cubicBezTo>
                      <a:cubicBezTo>
                        <a:pt x="170181" y="54040"/>
                        <a:pt x="158854" y="51727"/>
                        <a:pt x="146812" y="51727"/>
                      </a:cubicBezTo>
                      <a:cubicBezTo>
                        <a:pt x="134771" y="51727"/>
                        <a:pt x="122841" y="54040"/>
                        <a:pt x="112216" y="58652"/>
                      </a:cubicBezTo>
                      <a:cubicBezTo>
                        <a:pt x="101590" y="63264"/>
                        <a:pt x="92464" y="69783"/>
                        <a:pt x="84838" y="78207"/>
                      </a:cubicBezTo>
                      <a:cubicBezTo>
                        <a:pt x="69194" y="95856"/>
                        <a:pt x="61372" y="117304"/>
                        <a:pt x="61372" y="142579"/>
                      </a:cubicBezTo>
                      <a:cubicBezTo>
                        <a:pt x="61372" y="167854"/>
                        <a:pt x="69194" y="189302"/>
                        <a:pt x="84838" y="206950"/>
                      </a:cubicBez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" name="Graphic 2">
                <a:extLst>
                  <a:ext uri="{FF2B5EF4-FFF2-40B4-BE49-F238E27FC236}">
                    <a16:creationId xmlns:a16="http://schemas.microsoft.com/office/drawing/2014/main" id="{0D337135-501B-3287-F992-B0F92FEE9E65}"/>
                  </a:ext>
                </a:extLst>
              </p:cNvPr>
              <p:cNvGrpSpPr/>
              <p:nvPr/>
            </p:nvGrpSpPr>
            <p:grpSpPr>
              <a:xfrm>
                <a:off x="1692054" y="1620536"/>
                <a:ext cx="923153" cy="289152"/>
                <a:chOff x="1692054" y="1620536"/>
                <a:chExt cx="923153" cy="289152"/>
              </a:xfrm>
              <a:solidFill>
                <a:srgbClr val="FBB034"/>
              </a:solidFill>
            </p:grpSpPr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CBEB8ABF-330B-CAEA-0039-7F844DCA426F}"/>
                    </a:ext>
                  </a:extLst>
                </p:cNvPr>
                <p:cNvSpPr/>
                <p:nvPr/>
              </p:nvSpPr>
              <p:spPr>
                <a:xfrm>
                  <a:off x="1692054" y="1620550"/>
                  <a:ext cx="174722" cy="284989"/>
                </a:xfrm>
                <a:custGeom>
                  <a:avLst/>
                  <a:gdLst>
                    <a:gd name="csX0" fmla="*/ 171835 w 174722"/>
                    <a:gd name="csY0" fmla="*/ 268056 h 284989"/>
                    <a:gd name="csX1" fmla="*/ 174723 w 174722"/>
                    <a:gd name="csY1" fmla="*/ 270537 h 284989"/>
                    <a:gd name="csX2" fmla="*/ 174723 w 174722"/>
                    <a:gd name="csY2" fmla="*/ 282102 h 284989"/>
                    <a:gd name="csX3" fmla="*/ 171835 w 174722"/>
                    <a:gd name="csY3" fmla="*/ 284990 h 284989"/>
                    <a:gd name="csX4" fmla="*/ 2888 w 174722"/>
                    <a:gd name="csY4" fmla="*/ 284990 h 284989"/>
                    <a:gd name="csX5" fmla="*/ 0 w 174722"/>
                    <a:gd name="csY5" fmla="*/ 282102 h 284989"/>
                    <a:gd name="csX6" fmla="*/ 0 w 174722"/>
                    <a:gd name="csY6" fmla="*/ 275499 h 284989"/>
                    <a:gd name="csX7" fmla="*/ 25191 w 174722"/>
                    <a:gd name="csY7" fmla="*/ 200320 h 284989"/>
                    <a:gd name="csX8" fmla="*/ 119785 w 174722"/>
                    <a:gd name="csY8" fmla="*/ 138359 h 284989"/>
                    <a:gd name="csX9" fmla="*/ 151593 w 174722"/>
                    <a:gd name="csY9" fmla="*/ 81362 h 284989"/>
                    <a:gd name="csX10" fmla="*/ 136313 w 174722"/>
                    <a:gd name="csY10" fmla="*/ 38410 h 284989"/>
                    <a:gd name="csX11" fmla="*/ 82609 w 174722"/>
                    <a:gd name="csY11" fmla="*/ 16513 h 284989"/>
                    <a:gd name="csX12" fmla="*/ 14873 w 174722"/>
                    <a:gd name="csY12" fmla="*/ 40064 h 284989"/>
                    <a:gd name="csX13" fmla="*/ 9911 w 174722"/>
                    <a:gd name="csY13" fmla="*/ 39657 h 284989"/>
                    <a:gd name="csX14" fmla="*/ 4948 w 174722"/>
                    <a:gd name="csY14" fmla="*/ 29326 h 284989"/>
                    <a:gd name="csX15" fmla="*/ 6182 w 174722"/>
                    <a:gd name="csY15" fmla="*/ 24784 h 284989"/>
                    <a:gd name="csX16" fmla="*/ 83843 w 174722"/>
                    <a:gd name="csY16" fmla="*/ 0 h 284989"/>
                    <a:gd name="csX17" fmla="*/ 151579 w 174722"/>
                    <a:gd name="csY17" fmla="*/ 27672 h 284989"/>
                    <a:gd name="csX18" fmla="*/ 170573 w 174722"/>
                    <a:gd name="csY18" fmla="*/ 80955 h 284989"/>
                    <a:gd name="csX19" fmla="*/ 133397 w 174722"/>
                    <a:gd name="csY19" fmla="*/ 149939 h 284989"/>
                    <a:gd name="csX20" fmla="*/ 40050 w 174722"/>
                    <a:gd name="csY20" fmla="*/ 210665 h 284989"/>
                    <a:gd name="csX21" fmla="*/ 21055 w 174722"/>
                    <a:gd name="csY21" fmla="*/ 268084 h 284989"/>
                    <a:gd name="csX22" fmla="*/ 171821 w 174722"/>
                    <a:gd name="csY22" fmla="*/ 268084 h 2849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74722" h="284989">
                      <a:moveTo>
                        <a:pt x="171835" y="268056"/>
                      </a:moveTo>
                      <a:cubicBezTo>
                        <a:pt x="173489" y="268056"/>
                        <a:pt x="174723" y="269289"/>
                        <a:pt x="174723" y="270537"/>
                      </a:cubicBezTo>
                      <a:lnTo>
                        <a:pt x="174723" y="282102"/>
                      </a:lnTo>
                      <a:cubicBezTo>
                        <a:pt x="174723" y="283756"/>
                        <a:pt x="173489" y="284990"/>
                        <a:pt x="171835" y="284990"/>
                      </a:cubicBezTo>
                      <a:lnTo>
                        <a:pt x="2888" y="284990"/>
                      </a:lnTo>
                      <a:cubicBezTo>
                        <a:pt x="1234" y="284990"/>
                        <a:pt x="0" y="283756"/>
                        <a:pt x="0" y="282102"/>
                      </a:cubicBezTo>
                      <a:lnTo>
                        <a:pt x="0" y="275499"/>
                      </a:lnTo>
                      <a:cubicBezTo>
                        <a:pt x="0" y="237090"/>
                        <a:pt x="6603" y="219735"/>
                        <a:pt x="25191" y="200320"/>
                      </a:cubicBezTo>
                      <a:cubicBezTo>
                        <a:pt x="51629" y="172648"/>
                        <a:pt x="89212" y="160662"/>
                        <a:pt x="119785" y="138359"/>
                      </a:cubicBezTo>
                      <a:cubicBezTo>
                        <a:pt x="138374" y="124734"/>
                        <a:pt x="151593" y="108206"/>
                        <a:pt x="151593" y="81362"/>
                      </a:cubicBezTo>
                      <a:cubicBezTo>
                        <a:pt x="151593" y="64834"/>
                        <a:pt x="146224" y="49554"/>
                        <a:pt x="136313" y="38410"/>
                      </a:cubicBezTo>
                      <a:cubicBezTo>
                        <a:pt x="124327" y="24784"/>
                        <a:pt x="105739" y="16513"/>
                        <a:pt x="82609" y="16513"/>
                      </a:cubicBezTo>
                      <a:cubicBezTo>
                        <a:pt x="52456" y="16513"/>
                        <a:pt x="31387" y="28485"/>
                        <a:pt x="14873" y="40064"/>
                      </a:cubicBezTo>
                      <a:cubicBezTo>
                        <a:pt x="12813" y="41298"/>
                        <a:pt x="11158" y="41718"/>
                        <a:pt x="9911" y="39657"/>
                      </a:cubicBezTo>
                      <a:lnTo>
                        <a:pt x="4948" y="29326"/>
                      </a:lnTo>
                      <a:cubicBezTo>
                        <a:pt x="3715" y="27265"/>
                        <a:pt x="3715" y="26438"/>
                        <a:pt x="6182" y="24784"/>
                      </a:cubicBezTo>
                      <a:cubicBezTo>
                        <a:pt x="26004" y="11986"/>
                        <a:pt x="48321" y="0"/>
                        <a:pt x="83843" y="0"/>
                      </a:cubicBezTo>
                      <a:cubicBezTo>
                        <a:pt x="111108" y="0"/>
                        <a:pt x="135892" y="9911"/>
                        <a:pt x="151579" y="27672"/>
                      </a:cubicBezTo>
                      <a:cubicBezTo>
                        <a:pt x="163550" y="40891"/>
                        <a:pt x="170573" y="59059"/>
                        <a:pt x="170573" y="80955"/>
                      </a:cubicBezTo>
                      <a:cubicBezTo>
                        <a:pt x="170573" y="113589"/>
                        <a:pt x="154873" y="133411"/>
                        <a:pt x="133397" y="149939"/>
                      </a:cubicBezTo>
                      <a:cubicBezTo>
                        <a:pt x="102823" y="172662"/>
                        <a:pt x="66068" y="184634"/>
                        <a:pt x="40050" y="210665"/>
                      </a:cubicBezTo>
                      <a:cubicBezTo>
                        <a:pt x="25597" y="224712"/>
                        <a:pt x="21055" y="238337"/>
                        <a:pt x="21055" y="268084"/>
                      </a:cubicBezTo>
                      <a:lnTo>
                        <a:pt x="171821" y="268084"/>
                      </a:ln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33F74640-925C-3A9A-4D16-D599C37F5AB6}"/>
                    </a:ext>
                  </a:extLst>
                </p:cNvPr>
                <p:cNvSpPr/>
                <p:nvPr/>
              </p:nvSpPr>
              <p:spPr>
                <a:xfrm>
                  <a:off x="1925008" y="1620536"/>
                  <a:ext cx="206950" cy="289139"/>
                </a:xfrm>
                <a:custGeom>
                  <a:avLst/>
                  <a:gdLst>
                    <a:gd name="csX0" fmla="*/ 103678 w 206950"/>
                    <a:gd name="csY0" fmla="*/ 289139 h 289139"/>
                    <a:gd name="csX1" fmla="*/ 0 w 206950"/>
                    <a:gd name="csY1" fmla="*/ 144569 h 289139"/>
                    <a:gd name="csX2" fmla="*/ 103678 w 206950"/>
                    <a:gd name="csY2" fmla="*/ 0 h 289139"/>
                    <a:gd name="csX3" fmla="*/ 206950 w 206950"/>
                    <a:gd name="csY3" fmla="*/ 144569 h 289139"/>
                    <a:gd name="csX4" fmla="*/ 103678 w 206950"/>
                    <a:gd name="csY4" fmla="*/ 289139 h 289139"/>
                    <a:gd name="csX5" fmla="*/ 165232 w 206950"/>
                    <a:gd name="csY5" fmla="*/ 48741 h 289139"/>
                    <a:gd name="csX6" fmla="*/ 103678 w 206950"/>
                    <a:gd name="csY6" fmla="*/ 17761 h 289139"/>
                    <a:gd name="csX7" fmla="*/ 41718 w 206950"/>
                    <a:gd name="csY7" fmla="*/ 48741 h 289139"/>
                    <a:gd name="csX8" fmla="*/ 19822 w 206950"/>
                    <a:gd name="csY8" fmla="*/ 144569 h 289139"/>
                    <a:gd name="csX9" fmla="*/ 41718 w 206950"/>
                    <a:gd name="csY9" fmla="*/ 239991 h 289139"/>
                    <a:gd name="csX10" fmla="*/ 103678 w 206950"/>
                    <a:gd name="csY10" fmla="*/ 271378 h 289139"/>
                    <a:gd name="csX11" fmla="*/ 165232 w 206950"/>
                    <a:gd name="csY11" fmla="*/ 239991 h 289139"/>
                    <a:gd name="csX12" fmla="*/ 187129 w 206950"/>
                    <a:gd name="csY12" fmla="*/ 144569 h 289139"/>
                    <a:gd name="csX13" fmla="*/ 165232 w 206950"/>
                    <a:gd name="csY13" fmla="*/ 48741 h 28913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206950" h="289139">
                      <a:moveTo>
                        <a:pt x="103678" y="289139"/>
                      </a:moveTo>
                      <a:cubicBezTo>
                        <a:pt x="36349" y="289139"/>
                        <a:pt x="0" y="239571"/>
                        <a:pt x="0" y="144569"/>
                      </a:cubicBezTo>
                      <a:cubicBezTo>
                        <a:pt x="0" y="49568"/>
                        <a:pt x="36349" y="0"/>
                        <a:pt x="103678" y="0"/>
                      </a:cubicBezTo>
                      <a:cubicBezTo>
                        <a:pt x="171008" y="0"/>
                        <a:pt x="206950" y="49568"/>
                        <a:pt x="206950" y="144569"/>
                      </a:cubicBezTo>
                      <a:cubicBezTo>
                        <a:pt x="206950" y="239571"/>
                        <a:pt x="170601" y="289139"/>
                        <a:pt x="103678" y="289139"/>
                      </a:cubicBezTo>
                      <a:close/>
                      <a:moveTo>
                        <a:pt x="165232" y="48741"/>
                      </a:moveTo>
                      <a:cubicBezTo>
                        <a:pt x="151186" y="28092"/>
                        <a:pt x="130537" y="17761"/>
                        <a:pt x="103678" y="17761"/>
                      </a:cubicBezTo>
                      <a:cubicBezTo>
                        <a:pt x="76820" y="17761"/>
                        <a:pt x="55764" y="28092"/>
                        <a:pt x="41718" y="48741"/>
                      </a:cubicBezTo>
                      <a:cubicBezTo>
                        <a:pt x="27265" y="69811"/>
                        <a:pt x="19822" y="102024"/>
                        <a:pt x="19822" y="144569"/>
                      </a:cubicBezTo>
                      <a:cubicBezTo>
                        <a:pt x="19822" y="187115"/>
                        <a:pt x="27251" y="219328"/>
                        <a:pt x="41718" y="239991"/>
                      </a:cubicBezTo>
                      <a:cubicBezTo>
                        <a:pt x="55764" y="261061"/>
                        <a:pt x="76413" y="271378"/>
                        <a:pt x="103678" y="271378"/>
                      </a:cubicBezTo>
                      <a:cubicBezTo>
                        <a:pt x="130944" y="271378"/>
                        <a:pt x="150766" y="261047"/>
                        <a:pt x="165232" y="239991"/>
                      </a:cubicBezTo>
                      <a:cubicBezTo>
                        <a:pt x="179685" y="218922"/>
                        <a:pt x="187129" y="187535"/>
                        <a:pt x="187129" y="144569"/>
                      </a:cubicBezTo>
                      <a:cubicBezTo>
                        <a:pt x="187129" y="101604"/>
                        <a:pt x="179699" y="69811"/>
                        <a:pt x="165232" y="48741"/>
                      </a:cubicBez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6F05A611-6A67-B6C4-50A0-83C948593F0B}"/>
                    </a:ext>
                  </a:extLst>
                </p:cNvPr>
                <p:cNvSpPr/>
                <p:nvPr/>
              </p:nvSpPr>
              <p:spPr>
                <a:xfrm>
                  <a:off x="2187709" y="1620550"/>
                  <a:ext cx="174722" cy="284989"/>
                </a:xfrm>
                <a:custGeom>
                  <a:avLst/>
                  <a:gdLst>
                    <a:gd name="csX0" fmla="*/ 171835 w 174722"/>
                    <a:gd name="csY0" fmla="*/ 268056 h 284989"/>
                    <a:gd name="csX1" fmla="*/ 174723 w 174722"/>
                    <a:gd name="csY1" fmla="*/ 270537 h 284989"/>
                    <a:gd name="csX2" fmla="*/ 174723 w 174722"/>
                    <a:gd name="csY2" fmla="*/ 282102 h 284989"/>
                    <a:gd name="csX3" fmla="*/ 171835 w 174722"/>
                    <a:gd name="csY3" fmla="*/ 284990 h 284989"/>
                    <a:gd name="csX4" fmla="*/ 2888 w 174722"/>
                    <a:gd name="csY4" fmla="*/ 284990 h 284989"/>
                    <a:gd name="csX5" fmla="*/ 0 w 174722"/>
                    <a:gd name="csY5" fmla="*/ 282102 h 284989"/>
                    <a:gd name="csX6" fmla="*/ 0 w 174722"/>
                    <a:gd name="csY6" fmla="*/ 275499 h 284989"/>
                    <a:gd name="csX7" fmla="*/ 25191 w 174722"/>
                    <a:gd name="csY7" fmla="*/ 200320 h 284989"/>
                    <a:gd name="csX8" fmla="*/ 119785 w 174722"/>
                    <a:gd name="csY8" fmla="*/ 138359 h 284989"/>
                    <a:gd name="csX9" fmla="*/ 151593 w 174722"/>
                    <a:gd name="csY9" fmla="*/ 81362 h 284989"/>
                    <a:gd name="csX10" fmla="*/ 136313 w 174722"/>
                    <a:gd name="csY10" fmla="*/ 38410 h 284989"/>
                    <a:gd name="csX11" fmla="*/ 82609 w 174722"/>
                    <a:gd name="csY11" fmla="*/ 16513 h 284989"/>
                    <a:gd name="csX12" fmla="*/ 14873 w 174722"/>
                    <a:gd name="csY12" fmla="*/ 40064 h 284989"/>
                    <a:gd name="csX13" fmla="*/ 9911 w 174722"/>
                    <a:gd name="csY13" fmla="*/ 39657 h 284989"/>
                    <a:gd name="csX14" fmla="*/ 4948 w 174722"/>
                    <a:gd name="csY14" fmla="*/ 29326 h 284989"/>
                    <a:gd name="csX15" fmla="*/ 6182 w 174722"/>
                    <a:gd name="csY15" fmla="*/ 24784 h 284989"/>
                    <a:gd name="csX16" fmla="*/ 83843 w 174722"/>
                    <a:gd name="csY16" fmla="*/ 0 h 284989"/>
                    <a:gd name="csX17" fmla="*/ 151579 w 174722"/>
                    <a:gd name="csY17" fmla="*/ 27672 h 284989"/>
                    <a:gd name="csX18" fmla="*/ 170573 w 174722"/>
                    <a:gd name="csY18" fmla="*/ 80955 h 284989"/>
                    <a:gd name="csX19" fmla="*/ 133397 w 174722"/>
                    <a:gd name="csY19" fmla="*/ 149939 h 284989"/>
                    <a:gd name="csX20" fmla="*/ 40050 w 174722"/>
                    <a:gd name="csY20" fmla="*/ 210665 h 284989"/>
                    <a:gd name="csX21" fmla="*/ 21055 w 174722"/>
                    <a:gd name="csY21" fmla="*/ 268084 h 284989"/>
                    <a:gd name="csX22" fmla="*/ 171821 w 174722"/>
                    <a:gd name="csY22" fmla="*/ 268084 h 2849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74722" h="284989">
                      <a:moveTo>
                        <a:pt x="171835" y="268056"/>
                      </a:moveTo>
                      <a:cubicBezTo>
                        <a:pt x="173489" y="268056"/>
                        <a:pt x="174723" y="269289"/>
                        <a:pt x="174723" y="270537"/>
                      </a:cubicBezTo>
                      <a:lnTo>
                        <a:pt x="174723" y="282102"/>
                      </a:lnTo>
                      <a:cubicBezTo>
                        <a:pt x="174723" y="283756"/>
                        <a:pt x="173489" y="284990"/>
                        <a:pt x="171835" y="284990"/>
                      </a:cubicBezTo>
                      <a:lnTo>
                        <a:pt x="2888" y="284990"/>
                      </a:lnTo>
                      <a:cubicBezTo>
                        <a:pt x="1234" y="284990"/>
                        <a:pt x="0" y="283756"/>
                        <a:pt x="0" y="282102"/>
                      </a:cubicBezTo>
                      <a:lnTo>
                        <a:pt x="0" y="275499"/>
                      </a:lnTo>
                      <a:cubicBezTo>
                        <a:pt x="0" y="237090"/>
                        <a:pt x="6603" y="219735"/>
                        <a:pt x="25191" y="200320"/>
                      </a:cubicBezTo>
                      <a:cubicBezTo>
                        <a:pt x="51629" y="172648"/>
                        <a:pt x="89212" y="160662"/>
                        <a:pt x="119785" y="138359"/>
                      </a:cubicBezTo>
                      <a:cubicBezTo>
                        <a:pt x="138373" y="124734"/>
                        <a:pt x="151593" y="108206"/>
                        <a:pt x="151593" y="81362"/>
                      </a:cubicBezTo>
                      <a:cubicBezTo>
                        <a:pt x="151593" y="64834"/>
                        <a:pt x="146224" y="49554"/>
                        <a:pt x="136313" y="38410"/>
                      </a:cubicBezTo>
                      <a:cubicBezTo>
                        <a:pt x="124327" y="24784"/>
                        <a:pt x="105739" y="16513"/>
                        <a:pt x="82609" y="16513"/>
                      </a:cubicBezTo>
                      <a:cubicBezTo>
                        <a:pt x="52456" y="16513"/>
                        <a:pt x="31387" y="28485"/>
                        <a:pt x="14873" y="40064"/>
                      </a:cubicBezTo>
                      <a:cubicBezTo>
                        <a:pt x="12813" y="41298"/>
                        <a:pt x="11158" y="41718"/>
                        <a:pt x="9911" y="39657"/>
                      </a:cubicBezTo>
                      <a:lnTo>
                        <a:pt x="4948" y="29326"/>
                      </a:lnTo>
                      <a:cubicBezTo>
                        <a:pt x="3715" y="27265"/>
                        <a:pt x="3715" y="26438"/>
                        <a:pt x="6182" y="24784"/>
                      </a:cubicBezTo>
                      <a:cubicBezTo>
                        <a:pt x="26004" y="11986"/>
                        <a:pt x="48321" y="0"/>
                        <a:pt x="83843" y="0"/>
                      </a:cubicBezTo>
                      <a:cubicBezTo>
                        <a:pt x="111108" y="0"/>
                        <a:pt x="135892" y="9911"/>
                        <a:pt x="151579" y="27672"/>
                      </a:cubicBezTo>
                      <a:cubicBezTo>
                        <a:pt x="163550" y="40891"/>
                        <a:pt x="170573" y="59059"/>
                        <a:pt x="170573" y="80955"/>
                      </a:cubicBezTo>
                      <a:cubicBezTo>
                        <a:pt x="170573" y="113589"/>
                        <a:pt x="154873" y="133411"/>
                        <a:pt x="133397" y="149939"/>
                      </a:cubicBezTo>
                      <a:cubicBezTo>
                        <a:pt x="102823" y="172662"/>
                        <a:pt x="66068" y="184634"/>
                        <a:pt x="40050" y="210665"/>
                      </a:cubicBezTo>
                      <a:cubicBezTo>
                        <a:pt x="25597" y="224712"/>
                        <a:pt x="21055" y="238337"/>
                        <a:pt x="21055" y="268084"/>
                      </a:cubicBezTo>
                      <a:lnTo>
                        <a:pt x="171821" y="268084"/>
                      </a:ln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3C087639-E786-CFB3-CF76-73F2370CEA2E}"/>
                    </a:ext>
                  </a:extLst>
                </p:cNvPr>
                <p:cNvSpPr/>
                <p:nvPr/>
              </p:nvSpPr>
              <p:spPr>
                <a:xfrm>
                  <a:off x="2431373" y="1620536"/>
                  <a:ext cx="183834" cy="289152"/>
                </a:xfrm>
                <a:custGeom>
                  <a:avLst/>
                  <a:gdLst>
                    <a:gd name="csX0" fmla="*/ 22766 w 183834"/>
                    <a:gd name="csY0" fmla="*/ 51222 h 289152"/>
                    <a:gd name="csX1" fmla="*/ 107029 w 183834"/>
                    <a:gd name="csY1" fmla="*/ 0 h 289152"/>
                    <a:gd name="csX2" fmla="*/ 145859 w 183834"/>
                    <a:gd name="csY2" fmla="*/ 4542 h 289152"/>
                    <a:gd name="csX3" fmla="*/ 176433 w 183834"/>
                    <a:gd name="csY3" fmla="*/ 16934 h 289152"/>
                    <a:gd name="csX4" fmla="*/ 177666 w 183834"/>
                    <a:gd name="csY4" fmla="*/ 21069 h 289152"/>
                    <a:gd name="csX5" fmla="*/ 172704 w 183834"/>
                    <a:gd name="csY5" fmla="*/ 31807 h 289152"/>
                    <a:gd name="csX6" fmla="*/ 168162 w 183834"/>
                    <a:gd name="csY6" fmla="*/ 32634 h 289152"/>
                    <a:gd name="csX7" fmla="*/ 139243 w 183834"/>
                    <a:gd name="csY7" fmla="*/ 21476 h 289152"/>
                    <a:gd name="csX8" fmla="*/ 107435 w 183834"/>
                    <a:gd name="csY8" fmla="*/ 17761 h 289152"/>
                    <a:gd name="csX9" fmla="*/ 37625 w 183834"/>
                    <a:gd name="csY9" fmla="*/ 61960 h 289152"/>
                    <a:gd name="csX10" fmla="*/ 19864 w 183834"/>
                    <a:gd name="csY10" fmla="*/ 160676 h 289152"/>
                    <a:gd name="csX11" fmla="*/ 47536 w 183834"/>
                    <a:gd name="csY11" fmla="*/ 129696 h 289152"/>
                    <a:gd name="csX12" fmla="*/ 97511 w 183834"/>
                    <a:gd name="csY12" fmla="*/ 114416 h 289152"/>
                    <a:gd name="csX13" fmla="*/ 164013 w 183834"/>
                    <a:gd name="csY13" fmla="*/ 141682 h 289152"/>
                    <a:gd name="csX14" fmla="*/ 183835 w 183834"/>
                    <a:gd name="csY14" fmla="*/ 200754 h 289152"/>
                    <a:gd name="csX15" fmla="*/ 157396 w 183834"/>
                    <a:gd name="csY15" fmla="*/ 266430 h 289152"/>
                    <a:gd name="csX16" fmla="*/ 95842 w 183834"/>
                    <a:gd name="csY16" fmla="*/ 289153 h 289152"/>
                    <a:gd name="csX17" fmla="*/ 28920 w 183834"/>
                    <a:gd name="csY17" fmla="*/ 262715 h 289152"/>
                    <a:gd name="csX18" fmla="*/ 0 w 183834"/>
                    <a:gd name="csY18" fmla="*/ 158209 h 289152"/>
                    <a:gd name="csX19" fmla="*/ 22724 w 183834"/>
                    <a:gd name="csY19" fmla="*/ 51222 h 289152"/>
                    <a:gd name="csX20" fmla="*/ 19864 w 183834"/>
                    <a:gd name="csY20" fmla="*/ 182152 h 289152"/>
                    <a:gd name="csX21" fmla="*/ 36391 w 183834"/>
                    <a:gd name="csY21" fmla="*/ 241631 h 289152"/>
                    <a:gd name="csX22" fmla="*/ 95870 w 183834"/>
                    <a:gd name="csY22" fmla="*/ 271785 h 289152"/>
                    <a:gd name="csX23" fmla="*/ 164433 w 183834"/>
                    <a:gd name="csY23" fmla="*/ 201567 h 289152"/>
                    <a:gd name="csX24" fmla="*/ 95450 w 183834"/>
                    <a:gd name="csY24" fmla="*/ 131757 h 289152"/>
                    <a:gd name="csX25" fmla="*/ 19864 w 183834"/>
                    <a:gd name="csY25" fmla="*/ 182152 h 2891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183834" h="289152">
                      <a:moveTo>
                        <a:pt x="22766" y="51222"/>
                      </a:moveTo>
                      <a:cubicBezTo>
                        <a:pt x="38466" y="21896"/>
                        <a:pt x="64484" y="0"/>
                        <a:pt x="107029" y="0"/>
                      </a:cubicBezTo>
                      <a:cubicBezTo>
                        <a:pt x="120248" y="0"/>
                        <a:pt x="133467" y="1654"/>
                        <a:pt x="145859" y="4542"/>
                      </a:cubicBezTo>
                      <a:cubicBezTo>
                        <a:pt x="157424" y="7430"/>
                        <a:pt x="167756" y="11565"/>
                        <a:pt x="176433" y="16934"/>
                      </a:cubicBezTo>
                      <a:cubicBezTo>
                        <a:pt x="178914" y="18168"/>
                        <a:pt x="178494" y="19415"/>
                        <a:pt x="177666" y="21069"/>
                      </a:cubicBezTo>
                      <a:lnTo>
                        <a:pt x="172704" y="31807"/>
                      </a:lnTo>
                      <a:cubicBezTo>
                        <a:pt x="171471" y="33868"/>
                        <a:pt x="170643" y="33868"/>
                        <a:pt x="168162" y="32634"/>
                      </a:cubicBezTo>
                      <a:cubicBezTo>
                        <a:pt x="159078" y="27265"/>
                        <a:pt x="149168" y="23957"/>
                        <a:pt x="139243" y="21476"/>
                      </a:cubicBezTo>
                      <a:cubicBezTo>
                        <a:pt x="128911" y="18995"/>
                        <a:pt x="118173" y="17761"/>
                        <a:pt x="107435" y="17761"/>
                      </a:cubicBezTo>
                      <a:cubicBezTo>
                        <a:pt x="72740" y="17761"/>
                        <a:pt x="50844" y="36349"/>
                        <a:pt x="37625" y="61960"/>
                      </a:cubicBezTo>
                      <a:cubicBezTo>
                        <a:pt x="23579" y="89632"/>
                        <a:pt x="19864" y="123921"/>
                        <a:pt x="19864" y="160676"/>
                      </a:cubicBezTo>
                      <a:cubicBezTo>
                        <a:pt x="26466" y="149111"/>
                        <a:pt x="35564" y="137953"/>
                        <a:pt x="47536" y="129696"/>
                      </a:cubicBezTo>
                      <a:cubicBezTo>
                        <a:pt x="60334" y="120612"/>
                        <a:pt x="76862" y="114416"/>
                        <a:pt x="97511" y="114416"/>
                      </a:cubicBezTo>
                      <a:cubicBezTo>
                        <a:pt x="126837" y="114416"/>
                        <a:pt x="149560" y="124327"/>
                        <a:pt x="164013" y="141682"/>
                      </a:cubicBezTo>
                      <a:cubicBezTo>
                        <a:pt x="177232" y="156555"/>
                        <a:pt x="183835" y="177204"/>
                        <a:pt x="183835" y="200754"/>
                      </a:cubicBezTo>
                      <a:cubicBezTo>
                        <a:pt x="183835" y="228020"/>
                        <a:pt x="174330" y="251150"/>
                        <a:pt x="157396" y="266430"/>
                      </a:cubicBezTo>
                      <a:cubicBezTo>
                        <a:pt x="142116" y="280882"/>
                        <a:pt x="121454" y="289153"/>
                        <a:pt x="95842" y="289153"/>
                      </a:cubicBezTo>
                      <a:cubicBezTo>
                        <a:pt x="66923" y="289153"/>
                        <a:pt x="44620" y="280069"/>
                        <a:pt x="28920" y="262715"/>
                      </a:cubicBezTo>
                      <a:cubicBezTo>
                        <a:pt x="6617" y="237931"/>
                        <a:pt x="0" y="198273"/>
                        <a:pt x="0" y="158209"/>
                      </a:cubicBezTo>
                      <a:cubicBezTo>
                        <a:pt x="0" y="128056"/>
                        <a:pt x="4135" y="84684"/>
                        <a:pt x="22724" y="51222"/>
                      </a:cubicBezTo>
                      <a:close/>
                      <a:moveTo>
                        <a:pt x="19864" y="182152"/>
                      </a:moveTo>
                      <a:cubicBezTo>
                        <a:pt x="21924" y="203222"/>
                        <a:pt x="25653" y="224697"/>
                        <a:pt x="36391" y="241631"/>
                      </a:cubicBezTo>
                      <a:cubicBezTo>
                        <a:pt x="49610" y="262701"/>
                        <a:pt x="70680" y="271785"/>
                        <a:pt x="95870" y="271785"/>
                      </a:cubicBezTo>
                      <a:cubicBezTo>
                        <a:pt x="138416" y="271785"/>
                        <a:pt x="164433" y="242052"/>
                        <a:pt x="164433" y="201567"/>
                      </a:cubicBezTo>
                      <a:cubicBezTo>
                        <a:pt x="164433" y="161083"/>
                        <a:pt x="140897" y="131757"/>
                        <a:pt x="95450" y="131757"/>
                      </a:cubicBezTo>
                      <a:cubicBezTo>
                        <a:pt x="58680" y="131757"/>
                        <a:pt x="33489" y="152826"/>
                        <a:pt x="19864" y="182152"/>
                      </a:cubicBez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AF249757-0065-06E7-7AEB-D5DDCFCEC458}"/>
                </a:ext>
              </a:extLst>
            </p:cNvPr>
            <p:cNvGrpSpPr/>
            <p:nvPr/>
          </p:nvGrpSpPr>
          <p:grpSpPr>
            <a:xfrm>
              <a:off x="291245" y="1289993"/>
              <a:ext cx="3510490" cy="338665"/>
              <a:chOff x="291245" y="1097378"/>
              <a:chExt cx="3510490" cy="338665"/>
            </a:xfrm>
            <a:solidFill>
              <a:srgbClr val="FFFFFF"/>
            </a:solidFill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F58EC1E2-0E24-9264-03E5-B1E27204EFCA}"/>
                  </a:ext>
                </a:extLst>
              </p:cNvPr>
              <p:cNvSpPr/>
              <p:nvPr/>
            </p:nvSpPr>
            <p:spPr>
              <a:xfrm>
                <a:off x="291245" y="1108157"/>
                <a:ext cx="177764" cy="244547"/>
              </a:xfrm>
              <a:custGeom>
                <a:avLst/>
                <a:gdLst>
                  <a:gd name="csX0" fmla="*/ 165541 w 177764"/>
                  <a:gd name="csY0" fmla="*/ 219048 h 244547"/>
                  <a:gd name="csX1" fmla="*/ 174162 w 177764"/>
                  <a:gd name="csY1" fmla="*/ 222819 h 244547"/>
                  <a:gd name="csX2" fmla="*/ 177751 w 177764"/>
                  <a:gd name="csY2" fmla="*/ 231973 h 244547"/>
                  <a:gd name="csX3" fmla="*/ 174162 w 177764"/>
                  <a:gd name="csY3" fmla="*/ 240776 h 244547"/>
                  <a:gd name="csX4" fmla="*/ 165541 w 177764"/>
                  <a:gd name="csY4" fmla="*/ 244547 h 244547"/>
                  <a:gd name="csX5" fmla="*/ 14369 w 177764"/>
                  <a:gd name="csY5" fmla="*/ 244547 h 244547"/>
                  <a:gd name="csX6" fmla="*/ 4135 w 177764"/>
                  <a:gd name="csY6" fmla="*/ 240412 h 244547"/>
                  <a:gd name="csX7" fmla="*/ 0 w 177764"/>
                  <a:gd name="csY7" fmla="*/ 230543 h 244547"/>
                  <a:gd name="csX8" fmla="*/ 0 w 177764"/>
                  <a:gd name="csY8" fmla="*/ 14004 h 244547"/>
                  <a:gd name="csX9" fmla="*/ 4135 w 177764"/>
                  <a:gd name="csY9" fmla="*/ 4135 h 244547"/>
                  <a:gd name="csX10" fmla="*/ 14369 w 177764"/>
                  <a:gd name="csY10" fmla="*/ 0 h 244547"/>
                  <a:gd name="csX11" fmla="*/ 165555 w 177764"/>
                  <a:gd name="csY11" fmla="*/ 0 h 244547"/>
                  <a:gd name="csX12" fmla="*/ 174176 w 177764"/>
                  <a:gd name="csY12" fmla="*/ 3771 h 244547"/>
                  <a:gd name="csX13" fmla="*/ 177765 w 177764"/>
                  <a:gd name="csY13" fmla="*/ 12574 h 244547"/>
                  <a:gd name="csX14" fmla="*/ 174176 w 177764"/>
                  <a:gd name="csY14" fmla="*/ 21728 h 244547"/>
                  <a:gd name="csX15" fmla="*/ 165555 w 177764"/>
                  <a:gd name="csY15" fmla="*/ 25499 h 244547"/>
                  <a:gd name="csX16" fmla="*/ 28723 w 177764"/>
                  <a:gd name="csY16" fmla="*/ 25499 h 244547"/>
                  <a:gd name="csX17" fmla="*/ 28723 w 177764"/>
                  <a:gd name="csY17" fmla="*/ 109174 h 244547"/>
                  <a:gd name="csX18" fmla="*/ 146869 w 177764"/>
                  <a:gd name="csY18" fmla="*/ 109174 h 244547"/>
                  <a:gd name="csX19" fmla="*/ 155840 w 177764"/>
                  <a:gd name="csY19" fmla="*/ 112945 h 244547"/>
                  <a:gd name="csX20" fmla="*/ 159429 w 177764"/>
                  <a:gd name="csY20" fmla="*/ 122098 h 244547"/>
                  <a:gd name="csX21" fmla="*/ 155840 w 177764"/>
                  <a:gd name="csY21" fmla="*/ 130902 h 244547"/>
                  <a:gd name="csX22" fmla="*/ 146869 w 177764"/>
                  <a:gd name="csY22" fmla="*/ 134673 h 244547"/>
                  <a:gd name="csX23" fmla="*/ 28723 w 177764"/>
                  <a:gd name="csY23" fmla="*/ 134673 h 244547"/>
                  <a:gd name="csX24" fmla="*/ 28723 w 177764"/>
                  <a:gd name="csY24" fmla="*/ 219062 h 244547"/>
                  <a:gd name="csX25" fmla="*/ 165541 w 177764"/>
                  <a:gd name="csY25" fmla="*/ 219062 h 2445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77764" h="244547">
                    <a:moveTo>
                      <a:pt x="165541" y="219048"/>
                    </a:moveTo>
                    <a:cubicBezTo>
                      <a:pt x="168891" y="219048"/>
                      <a:pt x="171765" y="220310"/>
                      <a:pt x="174162" y="222819"/>
                    </a:cubicBezTo>
                    <a:cubicBezTo>
                      <a:pt x="176559" y="225328"/>
                      <a:pt x="177751" y="228384"/>
                      <a:pt x="177751" y="231973"/>
                    </a:cubicBezTo>
                    <a:cubicBezTo>
                      <a:pt x="177751" y="235323"/>
                      <a:pt x="176545" y="238253"/>
                      <a:pt x="174162" y="240776"/>
                    </a:cubicBezTo>
                    <a:cubicBezTo>
                      <a:pt x="171765" y="243286"/>
                      <a:pt x="168891" y="244547"/>
                      <a:pt x="165541" y="244547"/>
                    </a:cubicBezTo>
                    <a:lnTo>
                      <a:pt x="14369" y="244547"/>
                    </a:lnTo>
                    <a:cubicBezTo>
                      <a:pt x="10289" y="244547"/>
                      <a:pt x="6883" y="243173"/>
                      <a:pt x="4135" y="240412"/>
                    </a:cubicBezTo>
                    <a:cubicBezTo>
                      <a:pt x="1374" y="237664"/>
                      <a:pt x="0" y="234370"/>
                      <a:pt x="0" y="230543"/>
                    </a:cubicBezTo>
                    <a:lnTo>
                      <a:pt x="0" y="14004"/>
                    </a:lnTo>
                    <a:cubicBezTo>
                      <a:pt x="0" y="10177"/>
                      <a:pt x="1374" y="6883"/>
                      <a:pt x="4135" y="4135"/>
                    </a:cubicBezTo>
                    <a:cubicBezTo>
                      <a:pt x="6883" y="1388"/>
                      <a:pt x="10303" y="0"/>
                      <a:pt x="14369" y="0"/>
                    </a:cubicBezTo>
                    <a:lnTo>
                      <a:pt x="165555" y="0"/>
                    </a:lnTo>
                    <a:cubicBezTo>
                      <a:pt x="168905" y="0"/>
                      <a:pt x="171779" y="1262"/>
                      <a:pt x="174176" y="3771"/>
                    </a:cubicBezTo>
                    <a:cubicBezTo>
                      <a:pt x="176573" y="6280"/>
                      <a:pt x="177765" y="9224"/>
                      <a:pt x="177765" y="12574"/>
                    </a:cubicBezTo>
                    <a:cubicBezTo>
                      <a:pt x="177765" y="16163"/>
                      <a:pt x="176559" y="19219"/>
                      <a:pt x="174176" y="21728"/>
                    </a:cubicBezTo>
                    <a:cubicBezTo>
                      <a:pt x="171779" y="24237"/>
                      <a:pt x="168905" y="25499"/>
                      <a:pt x="165555" y="25499"/>
                    </a:cubicBezTo>
                    <a:lnTo>
                      <a:pt x="28723" y="25499"/>
                    </a:lnTo>
                    <a:lnTo>
                      <a:pt x="28723" y="109174"/>
                    </a:lnTo>
                    <a:lnTo>
                      <a:pt x="146869" y="109174"/>
                    </a:lnTo>
                    <a:cubicBezTo>
                      <a:pt x="150457" y="109174"/>
                      <a:pt x="153443" y="110435"/>
                      <a:pt x="155840" y="112945"/>
                    </a:cubicBezTo>
                    <a:cubicBezTo>
                      <a:pt x="158237" y="115454"/>
                      <a:pt x="159429" y="118510"/>
                      <a:pt x="159429" y="122098"/>
                    </a:cubicBezTo>
                    <a:cubicBezTo>
                      <a:pt x="159429" y="125449"/>
                      <a:pt x="158223" y="128379"/>
                      <a:pt x="155840" y="130902"/>
                    </a:cubicBezTo>
                    <a:cubicBezTo>
                      <a:pt x="153443" y="133411"/>
                      <a:pt x="150457" y="134673"/>
                      <a:pt x="146869" y="134673"/>
                    </a:cubicBezTo>
                    <a:lnTo>
                      <a:pt x="28723" y="134673"/>
                    </a:lnTo>
                    <a:lnTo>
                      <a:pt x="28723" y="219062"/>
                    </a:lnTo>
                    <a:lnTo>
                      <a:pt x="165541" y="219062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4B6B287-7E36-9B4D-A469-17DB5E05A479}"/>
                  </a:ext>
                </a:extLst>
              </p:cNvPr>
              <p:cNvSpPr/>
              <p:nvPr/>
            </p:nvSpPr>
            <p:spPr>
              <a:xfrm>
                <a:off x="506326" y="1187514"/>
                <a:ext cx="149756" cy="168778"/>
              </a:xfrm>
              <a:custGeom>
                <a:avLst/>
                <a:gdLst>
                  <a:gd name="csX0" fmla="*/ 14 w 149756"/>
                  <a:gd name="csY0" fmla="*/ 12925 h 168778"/>
                  <a:gd name="csX1" fmla="*/ 3967 w 149756"/>
                  <a:gd name="csY1" fmla="*/ 3771 h 168778"/>
                  <a:gd name="csX2" fmla="*/ 13303 w 149756"/>
                  <a:gd name="csY2" fmla="*/ 0 h 168778"/>
                  <a:gd name="csX3" fmla="*/ 22639 w 149756"/>
                  <a:gd name="csY3" fmla="*/ 3771 h 168778"/>
                  <a:gd name="csX4" fmla="*/ 26593 w 149756"/>
                  <a:gd name="csY4" fmla="*/ 12925 h 168778"/>
                  <a:gd name="csX5" fmla="*/ 26593 w 149756"/>
                  <a:gd name="csY5" fmla="*/ 30518 h 168778"/>
                  <a:gd name="csX6" fmla="*/ 49568 w 149756"/>
                  <a:gd name="csY6" fmla="*/ 7542 h 168778"/>
                  <a:gd name="csX7" fmla="*/ 83324 w 149756"/>
                  <a:gd name="csY7" fmla="*/ 0 h 168778"/>
                  <a:gd name="csX8" fmla="*/ 130369 w 149756"/>
                  <a:gd name="csY8" fmla="*/ 14719 h 168778"/>
                  <a:gd name="csX9" fmla="*/ 149756 w 149756"/>
                  <a:gd name="csY9" fmla="*/ 68941 h 168778"/>
                  <a:gd name="csX10" fmla="*/ 149756 w 149756"/>
                  <a:gd name="csY10" fmla="*/ 156205 h 168778"/>
                  <a:gd name="csX11" fmla="*/ 145803 w 149756"/>
                  <a:gd name="csY11" fmla="*/ 165008 h 168778"/>
                  <a:gd name="csX12" fmla="*/ 136467 w 149756"/>
                  <a:gd name="csY12" fmla="*/ 168779 h 168778"/>
                  <a:gd name="csX13" fmla="*/ 127313 w 149756"/>
                  <a:gd name="csY13" fmla="*/ 165008 h 168778"/>
                  <a:gd name="csX14" fmla="*/ 123542 w 149756"/>
                  <a:gd name="csY14" fmla="*/ 156205 h 168778"/>
                  <a:gd name="csX15" fmla="*/ 123542 w 149756"/>
                  <a:gd name="csY15" fmla="*/ 74689 h 168778"/>
                  <a:gd name="csX16" fmla="*/ 110253 w 149756"/>
                  <a:gd name="csY16" fmla="*/ 33391 h 168778"/>
                  <a:gd name="csX17" fmla="*/ 78292 w 149756"/>
                  <a:gd name="csY17" fmla="*/ 22976 h 168778"/>
                  <a:gd name="csX18" fmla="*/ 35915 w 149756"/>
                  <a:gd name="csY18" fmla="*/ 47746 h 168778"/>
                  <a:gd name="csX19" fmla="*/ 26578 w 149756"/>
                  <a:gd name="csY19" fmla="*/ 90473 h 168778"/>
                  <a:gd name="csX20" fmla="*/ 26578 w 149756"/>
                  <a:gd name="csY20" fmla="*/ 156191 h 168778"/>
                  <a:gd name="csX21" fmla="*/ 22625 w 149756"/>
                  <a:gd name="csY21" fmla="*/ 164994 h 168778"/>
                  <a:gd name="csX22" fmla="*/ 13289 w 149756"/>
                  <a:gd name="csY22" fmla="*/ 168765 h 168778"/>
                  <a:gd name="csX23" fmla="*/ 3953 w 149756"/>
                  <a:gd name="csY23" fmla="*/ 164994 h 168778"/>
                  <a:gd name="csX24" fmla="*/ 0 w 149756"/>
                  <a:gd name="csY24" fmla="*/ 156191 h 168778"/>
                  <a:gd name="csX25" fmla="*/ 0 w 149756"/>
                  <a:gd name="csY25" fmla="*/ 12911 h 168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49756" h="168778">
                    <a:moveTo>
                      <a:pt x="14" y="12925"/>
                    </a:moveTo>
                    <a:cubicBezTo>
                      <a:pt x="14" y="9336"/>
                      <a:pt x="1332" y="6280"/>
                      <a:pt x="3967" y="3771"/>
                    </a:cubicBezTo>
                    <a:cubicBezTo>
                      <a:pt x="6603" y="1262"/>
                      <a:pt x="9715" y="0"/>
                      <a:pt x="13303" y="0"/>
                    </a:cubicBezTo>
                    <a:cubicBezTo>
                      <a:pt x="16892" y="0"/>
                      <a:pt x="20004" y="1262"/>
                      <a:pt x="22639" y="3771"/>
                    </a:cubicBezTo>
                    <a:cubicBezTo>
                      <a:pt x="25275" y="6280"/>
                      <a:pt x="26593" y="9336"/>
                      <a:pt x="26593" y="12925"/>
                    </a:cubicBezTo>
                    <a:lnTo>
                      <a:pt x="26593" y="30518"/>
                    </a:lnTo>
                    <a:cubicBezTo>
                      <a:pt x="31849" y="20228"/>
                      <a:pt x="39517" y="12560"/>
                      <a:pt x="49568" y="7542"/>
                    </a:cubicBezTo>
                    <a:cubicBezTo>
                      <a:pt x="59619" y="2509"/>
                      <a:pt x="70876" y="0"/>
                      <a:pt x="83324" y="0"/>
                    </a:cubicBezTo>
                    <a:cubicBezTo>
                      <a:pt x="103440" y="0"/>
                      <a:pt x="119113" y="4906"/>
                      <a:pt x="130369" y="14719"/>
                    </a:cubicBezTo>
                    <a:cubicBezTo>
                      <a:pt x="143294" y="26214"/>
                      <a:pt x="149756" y="44283"/>
                      <a:pt x="149756" y="68941"/>
                    </a:cubicBezTo>
                    <a:lnTo>
                      <a:pt x="149756" y="156205"/>
                    </a:lnTo>
                    <a:cubicBezTo>
                      <a:pt x="149756" y="159555"/>
                      <a:pt x="148439" y="162485"/>
                      <a:pt x="145803" y="165008"/>
                    </a:cubicBezTo>
                    <a:cubicBezTo>
                      <a:pt x="143168" y="167517"/>
                      <a:pt x="140056" y="168779"/>
                      <a:pt x="136467" y="168779"/>
                    </a:cubicBezTo>
                    <a:cubicBezTo>
                      <a:pt x="132878" y="168779"/>
                      <a:pt x="129822" y="167517"/>
                      <a:pt x="127313" y="165008"/>
                    </a:cubicBezTo>
                    <a:cubicBezTo>
                      <a:pt x="124804" y="162499"/>
                      <a:pt x="123542" y="159569"/>
                      <a:pt x="123542" y="156205"/>
                    </a:cubicBezTo>
                    <a:lnTo>
                      <a:pt x="123542" y="74689"/>
                    </a:lnTo>
                    <a:cubicBezTo>
                      <a:pt x="123542" y="55302"/>
                      <a:pt x="119113" y="41536"/>
                      <a:pt x="110253" y="33391"/>
                    </a:cubicBezTo>
                    <a:cubicBezTo>
                      <a:pt x="102823" y="26452"/>
                      <a:pt x="92170" y="22976"/>
                      <a:pt x="78292" y="22976"/>
                    </a:cubicBezTo>
                    <a:cubicBezTo>
                      <a:pt x="59129" y="22976"/>
                      <a:pt x="45012" y="31233"/>
                      <a:pt x="35915" y="47746"/>
                    </a:cubicBezTo>
                    <a:cubicBezTo>
                      <a:pt x="29691" y="59479"/>
                      <a:pt x="26578" y="73722"/>
                      <a:pt x="26578" y="90473"/>
                    </a:cubicBezTo>
                    <a:lnTo>
                      <a:pt x="26578" y="156191"/>
                    </a:lnTo>
                    <a:cubicBezTo>
                      <a:pt x="26578" y="159541"/>
                      <a:pt x="25261" y="162471"/>
                      <a:pt x="22625" y="164994"/>
                    </a:cubicBezTo>
                    <a:cubicBezTo>
                      <a:pt x="19990" y="167503"/>
                      <a:pt x="16878" y="168765"/>
                      <a:pt x="13289" y="168765"/>
                    </a:cubicBezTo>
                    <a:cubicBezTo>
                      <a:pt x="9701" y="168765"/>
                      <a:pt x="6589" y="167503"/>
                      <a:pt x="3953" y="164994"/>
                    </a:cubicBezTo>
                    <a:cubicBezTo>
                      <a:pt x="1318" y="162485"/>
                      <a:pt x="0" y="159555"/>
                      <a:pt x="0" y="156191"/>
                    </a:cubicBezTo>
                    <a:lnTo>
                      <a:pt x="0" y="12911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110ACD23-C257-6419-32EB-FE79921EF750}"/>
                  </a:ext>
                </a:extLst>
              </p:cNvPr>
              <p:cNvSpPr/>
              <p:nvPr/>
            </p:nvSpPr>
            <p:spPr>
              <a:xfrm>
                <a:off x="695235" y="1187542"/>
                <a:ext cx="148298" cy="248500"/>
              </a:xfrm>
              <a:custGeom>
                <a:avLst/>
                <a:gdLst>
                  <a:gd name="csX0" fmla="*/ 13457 w 148298"/>
                  <a:gd name="csY0" fmla="*/ 209684 h 248500"/>
                  <a:gd name="csX1" fmla="*/ 21532 w 148298"/>
                  <a:gd name="csY1" fmla="*/ 206095 h 248500"/>
                  <a:gd name="csX2" fmla="*/ 26915 w 148298"/>
                  <a:gd name="csY2" fmla="*/ 207175 h 248500"/>
                  <a:gd name="csX3" fmla="*/ 32662 w 148298"/>
                  <a:gd name="csY3" fmla="*/ 211478 h 248500"/>
                  <a:gd name="csX4" fmla="*/ 39125 w 148298"/>
                  <a:gd name="csY4" fmla="*/ 216511 h 248500"/>
                  <a:gd name="csX5" fmla="*/ 73245 w 148298"/>
                  <a:gd name="csY5" fmla="*/ 226926 h 248500"/>
                  <a:gd name="csX6" fmla="*/ 110589 w 148298"/>
                  <a:gd name="csY6" fmla="*/ 213287 h 248500"/>
                  <a:gd name="csX7" fmla="*/ 122084 w 148298"/>
                  <a:gd name="csY7" fmla="*/ 174863 h 248500"/>
                  <a:gd name="csX8" fmla="*/ 122084 w 148298"/>
                  <a:gd name="csY8" fmla="*/ 152952 h 248500"/>
                  <a:gd name="csX9" fmla="*/ 73610 w 148298"/>
                  <a:gd name="csY9" fmla="*/ 168400 h 248500"/>
                  <a:gd name="csX10" fmla="*/ 21182 w 148298"/>
                  <a:gd name="csY10" fmla="*/ 146140 h 248500"/>
                  <a:gd name="csX11" fmla="*/ 5383 w 148298"/>
                  <a:gd name="csY11" fmla="*/ 118313 h 248500"/>
                  <a:gd name="csX12" fmla="*/ 0 w 148298"/>
                  <a:gd name="csY12" fmla="*/ 83661 h 248500"/>
                  <a:gd name="csX13" fmla="*/ 5201 w 148298"/>
                  <a:gd name="csY13" fmla="*/ 50087 h 248500"/>
                  <a:gd name="csX14" fmla="*/ 20817 w 148298"/>
                  <a:gd name="csY14" fmla="*/ 22261 h 248500"/>
                  <a:gd name="csX15" fmla="*/ 73245 w 148298"/>
                  <a:gd name="csY15" fmla="*/ 0 h 248500"/>
                  <a:gd name="csX16" fmla="*/ 122084 w 148298"/>
                  <a:gd name="csY16" fmla="*/ 15798 h 248500"/>
                  <a:gd name="csX17" fmla="*/ 122084 w 148298"/>
                  <a:gd name="csY17" fmla="*/ 12574 h 248500"/>
                  <a:gd name="csX18" fmla="*/ 125855 w 148298"/>
                  <a:gd name="csY18" fmla="*/ 3603 h 248500"/>
                  <a:gd name="csX19" fmla="*/ 135374 w 148298"/>
                  <a:gd name="csY19" fmla="*/ 14 h 248500"/>
                  <a:gd name="csX20" fmla="*/ 144528 w 148298"/>
                  <a:gd name="csY20" fmla="*/ 3603 h 248500"/>
                  <a:gd name="csX21" fmla="*/ 148298 w 148298"/>
                  <a:gd name="csY21" fmla="*/ 12574 h 248500"/>
                  <a:gd name="csX22" fmla="*/ 148298 w 148298"/>
                  <a:gd name="csY22" fmla="*/ 170938 h 248500"/>
                  <a:gd name="csX23" fmla="*/ 128182 w 148298"/>
                  <a:gd name="csY23" fmla="*/ 229828 h 248500"/>
                  <a:gd name="csX24" fmla="*/ 73595 w 148298"/>
                  <a:gd name="csY24" fmla="*/ 248500 h 248500"/>
                  <a:gd name="csX25" fmla="*/ 49540 w 148298"/>
                  <a:gd name="csY25" fmla="*/ 245991 h 248500"/>
                  <a:gd name="csX26" fmla="*/ 28359 w 148298"/>
                  <a:gd name="csY26" fmla="*/ 237734 h 248500"/>
                  <a:gd name="csX27" fmla="*/ 10402 w 148298"/>
                  <a:gd name="csY27" fmla="*/ 217983 h 248500"/>
                  <a:gd name="csX28" fmla="*/ 13457 w 148298"/>
                  <a:gd name="csY28" fmla="*/ 209726 h 248500"/>
                  <a:gd name="csX29" fmla="*/ 122084 w 148298"/>
                  <a:gd name="csY29" fmla="*/ 129248 h 248500"/>
                  <a:gd name="csX30" fmla="*/ 122084 w 148298"/>
                  <a:gd name="csY30" fmla="*/ 40190 h 248500"/>
                  <a:gd name="csX31" fmla="*/ 101436 w 148298"/>
                  <a:gd name="csY31" fmla="*/ 26550 h 248500"/>
                  <a:gd name="csX32" fmla="*/ 76483 w 148298"/>
                  <a:gd name="csY32" fmla="*/ 21518 h 248500"/>
                  <a:gd name="csX33" fmla="*/ 40569 w 148298"/>
                  <a:gd name="csY33" fmla="*/ 38031 h 248500"/>
                  <a:gd name="csX34" fmla="*/ 26564 w 148298"/>
                  <a:gd name="csY34" fmla="*/ 83632 h 248500"/>
                  <a:gd name="csX35" fmla="*/ 40204 w 148298"/>
                  <a:gd name="csY35" fmla="*/ 130313 h 248500"/>
                  <a:gd name="csX36" fmla="*/ 76119 w 148298"/>
                  <a:gd name="csY36" fmla="*/ 146476 h 248500"/>
                  <a:gd name="csX37" fmla="*/ 122084 w 148298"/>
                  <a:gd name="csY37" fmla="*/ 129234 h 24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148298" h="248500">
                    <a:moveTo>
                      <a:pt x="13457" y="209684"/>
                    </a:moveTo>
                    <a:cubicBezTo>
                      <a:pt x="15490" y="207287"/>
                      <a:pt x="18182" y="206095"/>
                      <a:pt x="21532" y="206095"/>
                    </a:cubicBezTo>
                    <a:cubicBezTo>
                      <a:pt x="23691" y="206095"/>
                      <a:pt x="25485" y="206460"/>
                      <a:pt x="26915" y="207175"/>
                    </a:cubicBezTo>
                    <a:cubicBezTo>
                      <a:pt x="28345" y="207890"/>
                      <a:pt x="30265" y="209334"/>
                      <a:pt x="32662" y="211478"/>
                    </a:cubicBezTo>
                    <a:lnTo>
                      <a:pt x="39125" y="216511"/>
                    </a:lnTo>
                    <a:cubicBezTo>
                      <a:pt x="48937" y="223450"/>
                      <a:pt x="60306" y="226926"/>
                      <a:pt x="73245" y="226926"/>
                    </a:cubicBezTo>
                    <a:cubicBezTo>
                      <a:pt x="90235" y="226926"/>
                      <a:pt x="102697" y="222370"/>
                      <a:pt x="110589" y="213287"/>
                    </a:cubicBezTo>
                    <a:cubicBezTo>
                      <a:pt x="118243" y="204665"/>
                      <a:pt x="122084" y="191853"/>
                      <a:pt x="122084" y="174863"/>
                    </a:cubicBezTo>
                    <a:lnTo>
                      <a:pt x="122084" y="152952"/>
                    </a:lnTo>
                    <a:cubicBezTo>
                      <a:pt x="109160" y="163242"/>
                      <a:pt x="92997" y="168400"/>
                      <a:pt x="73610" y="168400"/>
                    </a:cubicBezTo>
                    <a:cubicBezTo>
                      <a:pt x="51825" y="168400"/>
                      <a:pt x="34345" y="160985"/>
                      <a:pt x="21182" y="146140"/>
                    </a:cubicBezTo>
                    <a:cubicBezTo>
                      <a:pt x="14228" y="138233"/>
                      <a:pt x="8972" y="128967"/>
                      <a:pt x="5383" y="118313"/>
                    </a:cubicBezTo>
                    <a:cubicBezTo>
                      <a:pt x="1794" y="107660"/>
                      <a:pt x="0" y="96109"/>
                      <a:pt x="0" y="83661"/>
                    </a:cubicBezTo>
                    <a:cubicBezTo>
                      <a:pt x="0" y="71927"/>
                      <a:pt x="1738" y="60741"/>
                      <a:pt x="5201" y="50087"/>
                    </a:cubicBezTo>
                    <a:cubicBezTo>
                      <a:pt x="8663" y="39433"/>
                      <a:pt x="13878" y="30153"/>
                      <a:pt x="20817" y="22261"/>
                    </a:cubicBezTo>
                    <a:cubicBezTo>
                      <a:pt x="33742" y="7416"/>
                      <a:pt x="51222" y="0"/>
                      <a:pt x="73245" y="0"/>
                    </a:cubicBezTo>
                    <a:cubicBezTo>
                      <a:pt x="90964" y="0"/>
                      <a:pt x="107239" y="5271"/>
                      <a:pt x="122084" y="15798"/>
                    </a:cubicBezTo>
                    <a:lnTo>
                      <a:pt x="122084" y="12574"/>
                    </a:lnTo>
                    <a:cubicBezTo>
                      <a:pt x="122084" y="8986"/>
                      <a:pt x="123346" y="5986"/>
                      <a:pt x="125855" y="3603"/>
                    </a:cubicBezTo>
                    <a:cubicBezTo>
                      <a:pt x="128365" y="1206"/>
                      <a:pt x="131533" y="14"/>
                      <a:pt x="135374" y="14"/>
                    </a:cubicBezTo>
                    <a:cubicBezTo>
                      <a:pt x="138962" y="14"/>
                      <a:pt x="142018" y="1220"/>
                      <a:pt x="144528" y="3603"/>
                    </a:cubicBezTo>
                    <a:cubicBezTo>
                      <a:pt x="147037" y="6000"/>
                      <a:pt x="148298" y="8986"/>
                      <a:pt x="148298" y="12574"/>
                    </a:cubicBezTo>
                    <a:lnTo>
                      <a:pt x="148298" y="170938"/>
                    </a:lnTo>
                    <a:cubicBezTo>
                      <a:pt x="148298" y="196787"/>
                      <a:pt x="141598" y="216427"/>
                      <a:pt x="128182" y="229828"/>
                    </a:cubicBezTo>
                    <a:cubicBezTo>
                      <a:pt x="115258" y="242276"/>
                      <a:pt x="97062" y="248500"/>
                      <a:pt x="73595" y="248500"/>
                    </a:cubicBezTo>
                    <a:cubicBezTo>
                      <a:pt x="64498" y="248500"/>
                      <a:pt x="56479" y="247659"/>
                      <a:pt x="49540" y="245991"/>
                    </a:cubicBezTo>
                    <a:cubicBezTo>
                      <a:pt x="42587" y="244309"/>
                      <a:pt x="35536" y="241561"/>
                      <a:pt x="28359" y="237734"/>
                    </a:cubicBezTo>
                    <a:cubicBezTo>
                      <a:pt x="16387" y="231272"/>
                      <a:pt x="10402" y="224683"/>
                      <a:pt x="10402" y="217983"/>
                    </a:cubicBezTo>
                    <a:cubicBezTo>
                      <a:pt x="10402" y="214871"/>
                      <a:pt x="11411" y="212109"/>
                      <a:pt x="13457" y="209726"/>
                    </a:cubicBezTo>
                    <a:close/>
                    <a:moveTo>
                      <a:pt x="122084" y="129248"/>
                    </a:moveTo>
                    <a:lnTo>
                      <a:pt x="122084" y="40190"/>
                    </a:lnTo>
                    <a:cubicBezTo>
                      <a:pt x="115131" y="34443"/>
                      <a:pt x="108262" y="29901"/>
                      <a:pt x="101436" y="26550"/>
                    </a:cubicBezTo>
                    <a:cubicBezTo>
                      <a:pt x="94609" y="23200"/>
                      <a:pt x="86296" y="21518"/>
                      <a:pt x="76483" y="21518"/>
                    </a:cubicBezTo>
                    <a:cubicBezTo>
                      <a:pt x="61161" y="21518"/>
                      <a:pt x="49190" y="27027"/>
                      <a:pt x="40569" y="38031"/>
                    </a:cubicBezTo>
                    <a:cubicBezTo>
                      <a:pt x="31233" y="49526"/>
                      <a:pt x="26564" y="64722"/>
                      <a:pt x="26564" y="83632"/>
                    </a:cubicBezTo>
                    <a:cubicBezTo>
                      <a:pt x="26564" y="103510"/>
                      <a:pt x="31106" y="119070"/>
                      <a:pt x="40204" y="130313"/>
                    </a:cubicBezTo>
                    <a:cubicBezTo>
                      <a:pt x="49064" y="141079"/>
                      <a:pt x="61035" y="146476"/>
                      <a:pt x="76119" y="146476"/>
                    </a:cubicBezTo>
                    <a:cubicBezTo>
                      <a:pt x="93361" y="146476"/>
                      <a:pt x="108669" y="140729"/>
                      <a:pt x="122084" y="1292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8C06DFD-15BE-F11F-7DC0-9C99B40AE9EF}"/>
                  </a:ext>
                </a:extLst>
              </p:cNvPr>
              <p:cNvSpPr/>
              <p:nvPr/>
            </p:nvSpPr>
            <p:spPr>
              <a:xfrm>
                <a:off x="892723" y="1097378"/>
                <a:ext cx="31597" cy="258915"/>
              </a:xfrm>
              <a:custGeom>
                <a:avLst/>
                <a:gdLst>
                  <a:gd name="csX0" fmla="*/ 4668 w 31597"/>
                  <a:gd name="csY0" fmla="*/ 26929 h 258915"/>
                  <a:gd name="csX1" fmla="*/ 0 w 31597"/>
                  <a:gd name="csY1" fmla="*/ 15798 h 258915"/>
                  <a:gd name="csX2" fmla="*/ 4668 w 31597"/>
                  <a:gd name="csY2" fmla="*/ 4668 h 258915"/>
                  <a:gd name="csX3" fmla="*/ 15799 w 31597"/>
                  <a:gd name="csY3" fmla="*/ 0 h 258915"/>
                  <a:gd name="csX4" fmla="*/ 26929 w 31597"/>
                  <a:gd name="csY4" fmla="*/ 4668 h 258915"/>
                  <a:gd name="csX5" fmla="*/ 31597 w 31597"/>
                  <a:gd name="csY5" fmla="*/ 15798 h 258915"/>
                  <a:gd name="csX6" fmla="*/ 26929 w 31597"/>
                  <a:gd name="csY6" fmla="*/ 26929 h 258915"/>
                  <a:gd name="csX7" fmla="*/ 15799 w 31597"/>
                  <a:gd name="csY7" fmla="*/ 31597 h 258915"/>
                  <a:gd name="csX8" fmla="*/ 4668 w 31597"/>
                  <a:gd name="csY8" fmla="*/ 26929 h 258915"/>
                  <a:gd name="csX9" fmla="*/ 6827 w 31597"/>
                  <a:gd name="csY9" fmla="*/ 93726 h 258915"/>
                  <a:gd name="csX10" fmla="*/ 16163 w 31597"/>
                  <a:gd name="csY10" fmla="*/ 90137 h 258915"/>
                  <a:gd name="csX11" fmla="*/ 25499 w 31597"/>
                  <a:gd name="csY11" fmla="*/ 93726 h 258915"/>
                  <a:gd name="csX12" fmla="*/ 29452 w 31597"/>
                  <a:gd name="csY12" fmla="*/ 102697 h 258915"/>
                  <a:gd name="csX13" fmla="*/ 29452 w 31597"/>
                  <a:gd name="csY13" fmla="*/ 246342 h 258915"/>
                  <a:gd name="csX14" fmla="*/ 25499 w 31597"/>
                  <a:gd name="csY14" fmla="*/ 255145 h 258915"/>
                  <a:gd name="csX15" fmla="*/ 16163 w 31597"/>
                  <a:gd name="csY15" fmla="*/ 258916 h 258915"/>
                  <a:gd name="csX16" fmla="*/ 6827 w 31597"/>
                  <a:gd name="csY16" fmla="*/ 255145 h 258915"/>
                  <a:gd name="csX17" fmla="*/ 2874 w 31597"/>
                  <a:gd name="csY17" fmla="*/ 246342 h 258915"/>
                  <a:gd name="csX18" fmla="*/ 2874 w 31597"/>
                  <a:gd name="csY18" fmla="*/ 102697 h 258915"/>
                  <a:gd name="csX19" fmla="*/ 6827 w 31597"/>
                  <a:gd name="csY19" fmla="*/ 93726 h 2589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31597" h="258915">
                    <a:moveTo>
                      <a:pt x="4668" y="26929"/>
                    </a:moveTo>
                    <a:cubicBezTo>
                      <a:pt x="1556" y="23817"/>
                      <a:pt x="0" y="20102"/>
                      <a:pt x="0" y="15798"/>
                    </a:cubicBezTo>
                    <a:cubicBezTo>
                      <a:pt x="0" y="11495"/>
                      <a:pt x="1556" y="7780"/>
                      <a:pt x="4668" y="4668"/>
                    </a:cubicBezTo>
                    <a:cubicBezTo>
                      <a:pt x="7780" y="1556"/>
                      <a:pt x="11495" y="0"/>
                      <a:pt x="15799" y="0"/>
                    </a:cubicBezTo>
                    <a:cubicBezTo>
                      <a:pt x="20102" y="0"/>
                      <a:pt x="23817" y="1556"/>
                      <a:pt x="26929" y="4668"/>
                    </a:cubicBezTo>
                    <a:cubicBezTo>
                      <a:pt x="30041" y="7780"/>
                      <a:pt x="31597" y="11495"/>
                      <a:pt x="31597" y="15798"/>
                    </a:cubicBezTo>
                    <a:cubicBezTo>
                      <a:pt x="31597" y="20102"/>
                      <a:pt x="30041" y="23817"/>
                      <a:pt x="26929" y="26929"/>
                    </a:cubicBezTo>
                    <a:cubicBezTo>
                      <a:pt x="23817" y="30041"/>
                      <a:pt x="20102" y="31597"/>
                      <a:pt x="15799" y="31597"/>
                    </a:cubicBezTo>
                    <a:cubicBezTo>
                      <a:pt x="11495" y="31597"/>
                      <a:pt x="7780" y="30041"/>
                      <a:pt x="4668" y="26929"/>
                    </a:cubicBezTo>
                    <a:close/>
                    <a:moveTo>
                      <a:pt x="6827" y="93726"/>
                    </a:moveTo>
                    <a:cubicBezTo>
                      <a:pt x="9462" y="91328"/>
                      <a:pt x="12574" y="90137"/>
                      <a:pt x="16163" y="90137"/>
                    </a:cubicBezTo>
                    <a:cubicBezTo>
                      <a:pt x="19752" y="90137"/>
                      <a:pt x="22864" y="91342"/>
                      <a:pt x="25499" y="93726"/>
                    </a:cubicBezTo>
                    <a:cubicBezTo>
                      <a:pt x="28135" y="96123"/>
                      <a:pt x="29452" y="99109"/>
                      <a:pt x="29452" y="102697"/>
                    </a:cubicBezTo>
                    <a:lnTo>
                      <a:pt x="29452" y="246342"/>
                    </a:lnTo>
                    <a:cubicBezTo>
                      <a:pt x="29452" y="249692"/>
                      <a:pt x="28135" y="252622"/>
                      <a:pt x="25499" y="255145"/>
                    </a:cubicBezTo>
                    <a:cubicBezTo>
                      <a:pt x="22864" y="257654"/>
                      <a:pt x="19752" y="258916"/>
                      <a:pt x="16163" y="258916"/>
                    </a:cubicBezTo>
                    <a:cubicBezTo>
                      <a:pt x="12574" y="258916"/>
                      <a:pt x="9462" y="257654"/>
                      <a:pt x="6827" y="255145"/>
                    </a:cubicBezTo>
                    <a:cubicBezTo>
                      <a:pt x="4191" y="252636"/>
                      <a:pt x="2874" y="249706"/>
                      <a:pt x="2874" y="246342"/>
                    </a:cubicBezTo>
                    <a:lnTo>
                      <a:pt x="2874" y="102697"/>
                    </a:lnTo>
                    <a:cubicBezTo>
                      <a:pt x="2874" y="99109"/>
                      <a:pt x="4191" y="96109"/>
                      <a:pt x="6827" y="93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6CA6027-A44E-9545-BB5A-FF9C19A2E09F}"/>
                  </a:ext>
                </a:extLst>
              </p:cNvPr>
              <p:cNvSpPr/>
              <p:nvPr/>
            </p:nvSpPr>
            <p:spPr>
              <a:xfrm>
                <a:off x="973860" y="1187514"/>
                <a:ext cx="149756" cy="168778"/>
              </a:xfrm>
              <a:custGeom>
                <a:avLst/>
                <a:gdLst>
                  <a:gd name="csX0" fmla="*/ 14 w 149756"/>
                  <a:gd name="csY0" fmla="*/ 12925 h 168778"/>
                  <a:gd name="csX1" fmla="*/ 3967 w 149756"/>
                  <a:gd name="csY1" fmla="*/ 3771 h 168778"/>
                  <a:gd name="csX2" fmla="*/ 13303 w 149756"/>
                  <a:gd name="csY2" fmla="*/ 0 h 168778"/>
                  <a:gd name="csX3" fmla="*/ 22639 w 149756"/>
                  <a:gd name="csY3" fmla="*/ 3771 h 168778"/>
                  <a:gd name="csX4" fmla="*/ 26593 w 149756"/>
                  <a:gd name="csY4" fmla="*/ 12925 h 168778"/>
                  <a:gd name="csX5" fmla="*/ 26593 w 149756"/>
                  <a:gd name="csY5" fmla="*/ 30518 h 168778"/>
                  <a:gd name="csX6" fmla="*/ 49568 w 149756"/>
                  <a:gd name="csY6" fmla="*/ 7542 h 168778"/>
                  <a:gd name="csX7" fmla="*/ 83324 w 149756"/>
                  <a:gd name="csY7" fmla="*/ 0 h 168778"/>
                  <a:gd name="csX8" fmla="*/ 130369 w 149756"/>
                  <a:gd name="csY8" fmla="*/ 14719 h 168778"/>
                  <a:gd name="csX9" fmla="*/ 149756 w 149756"/>
                  <a:gd name="csY9" fmla="*/ 68941 h 168778"/>
                  <a:gd name="csX10" fmla="*/ 149756 w 149756"/>
                  <a:gd name="csY10" fmla="*/ 156205 h 168778"/>
                  <a:gd name="csX11" fmla="*/ 145803 w 149756"/>
                  <a:gd name="csY11" fmla="*/ 165008 h 168778"/>
                  <a:gd name="csX12" fmla="*/ 136467 w 149756"/>
                  <a:gd name="csY12" fmla="*/ 168779 h 168778"/>
                  <a:gd name="csX13" fmla="*/ 127313 w 149756"/>
                  <a:gd name="csY13" fmla="*/ 165008 h 168778"/>
                  <a:gd name="csX14" fmla="*/ 123542 w 149756"/>
                  <a:gd name="csY14" fmla="*/ 156205 h 168778"/>
                  <a:gd name="csX15" fmla="*/ 123542 w 149756"/>
                  <a:gd name="csY15" fmla="*/ 74689 h 168778"/>
                  <a:gd name="csX16" fmla="*/ 110253 w 149756"/>
                  <a:gd name="csY16" fmla="*/ 33391 h 168778"/>
                  <a:gd name="csX17" fmla="*/ 78292 w 149756"/>
                  <a:gd name="csY17" fmla="*/ 22976 h 168778"/>
                  <a:gd name="csX18" fmla="*/ 35915 w 149756"/>
                  <a:gd name="csY18" fmla="*/ 47746 h 168778"/>
                  <a:gd name="csX19" fmla="*/ 26578 w 149756"/>
                  <a:gd name="csY19" fmla="*/ 90473 h 168778"/>
                  <a:gd name="csX20" fmla="*/ 26578 w 149756"/>
                  <a:gd name="csY20" fmla="*/ 156191 h 168778"/>
                  <a:gd name="csX21" fmla="*/ 22625 w 149756"/>
                  <a:gd name="csY21" fmla="*/ 164994 h 168778"/>
                  <a:gd name="csX22" fmla="*/ 13289 w 149756"/>
                  <a:gd name="csY22" fmla="*/ 168765 h 168778"/>
                  <a:gd name="csX23" fmla="*/ 3953 w 149756"/>
                  <a:gd name="csY23" fmla="*/ 164994 h 168778"/>
                  <a:gd name="csX24" fmla="*/ 0 w 149756"/>
                  <a:gd name="csY24" fmla="*/ 156191 h 168778"/>
                  <a:gd name="csX25" fmla="*/ 0 w 149756"/>
                  <a:gd name="csY25" fmla="*/ 12911 h 168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49756" h="168778">
                    <a:moveTo>
                      <a:pt x="14" y="12925"/>
                    </a:moveTo>
                    <a:cubicBezTo>
                      <a:pt x="14" y="9336"/>
                      <a:pt x="1332" y="6280"/>
                      <a:pt x="3967" y="3771"/>
                    </a:cubicBezTo>
                    <a:cubicBezTo>
                      <a:pt x="6603" y="1262"/>
                      <a:pt x="9715" y="0"/>
                      <a:pt x="13303" y="0"/>
                    </a:cubicBezTo>
                    <a:cubicBezTo>
                      <a:pt x="16892" y="0"/>
                      <a:pt x="20004" y="1262"/>
                      <a:pt x="22639" y="3771"/>
                    </a:cubicBezTo>
                    <a:cubicBezTo>
                      <a:pt x="25275" y="6280"/>
                      <a:pt x="26593" y="9336"/>
                      <a:pt x="26593" y="12925"/>
                    </a:cubicBezTo>
                    <a:lnTo>
                      <a:pt x="26593" y="30518"/>
                    </a:lnTo>
                    <a:cubicBezTo>
                      <a:pt x="31849" y="20228"/>
                      <a:pt x="39517" y="12560"/>
                      <a:pt x="49568" y="7542"/>
                    </a:cubicBezTo>
                    <a:cubicBezTo>
                      <a:pt x="59619" y="2509"/>
                      <a:pt x="70876" y="0"/>
                      <a:pt x="83324" y="0"/>
                    </a:cubicBezTo>
                    <a:cubicBezTo>
                      <a:pt x="103440" y="0"/>
                      <a:pt x="119113" y="4906"/>
                      <a:pt x="130369" y="14719"/>
                    </a:cubicBezTo>
                    <a:cubicBezTo>
                      <a:pt x="143294" y="26214"/>
                      <a:pt x="149756" y="44283"/>
                      <a:pt x="149756" y="68941"/>
                    </a:cubicBezTo>
                    <a:lnTo>
                      <a:pt x="149756" y="156205"/>
                    </a:lnTo>
                    <a:cubicBezTo>
                      <a:pt x="149756" y="159555"/>
                      <a:pt x="148439" y="162485"/>
                      <a:pt x="145803" y="165008"/>
                    </a:cubicBezTo>
                    <a:cubicBezTo>
                      <a:pt x="143168" y="167517"/>
                      <a:pt x="140056" y="168779"/>
                      <a:pt x="136467" y="168779"/>
                    </a:cubicBezTo>
                    <a:cubicBezTo>
                      <a:pt x="132878" y="168779"/>
                      <a:pt x="129822" y="167517"/>
                      <a:pt x="127313" y="165008"/>
                    </a:cubicBezTo>
                    <a:cubicBezTo>
                      <a:pt x="124804" y="162499"/>
                      <a:pt x="123542" y="159569"/>
                      <a:pt x="123542" y="156205"/>
                    </a:cubicBezTo>
                    <a:lnTo>
                      <a:pt x="123542" y="74689"/>
                    </a:lnTo>
                    <a:cubicBezTo>
                      <a:pt x="123542" y="55302"/>
                      <a:pt x="119113" y="41536"/>
                      <a:pt x="110253" y="33391"/>
                    </a:cubicBezTo>
                    <a:cubicBezTo>
                      <a:pt x="102823" y="26452"/>
                      <a:pt x="92170" y="22976"/>
                      <a:pt x="78292" y="22976"/>
                    </a:cubicBezTo>
                    <a:cubicBezTo>
                      <a:pt x="59129" y="22976"/>
                      <a:pt x="45012" y="31233"/>
                      <a:pt x="35915" y="47746"/>
                    </a:cubicBezTo>
                    <a:cubicBezTo>
                      <a:pt x="29691" y="59479"/>
                      <a:pt x="26578" y="73722"/>
                      <a:pt x="26578" y="90473"/>
                    </a:cubicBezTo>
                    <a:lnTo>
                      <a:pt x="26578" y="156191"/>
                    </a:lnTo>
                    <a:cubicBezTo>
                      <a:pt x="26578" y="159541"/>
                      <a:pt x="25261" y="162471"/>
                      <a:pt x="22625" y="164994"/>
                    </a:cubicBezTo>
                    <a:cubicBezTo>
                      <a:pt x="19990" y="167503"/>
                      <a:pt x="16878" y="168765"/>
                      <a:pt x="13289" y="168765"/>
                    </a:cubicBezTo>
                    <a:cubicBezTo>
                      <a:pt x="9701" y="168765"/>
                      <a:pt x="6589" y="167503"/>
                      <a:pt x="3953" y="164994"/>
                    </a:cubicBezTo>
                    <a:cubicBezTo>
                      <a:pt x="1318" y="162485"/>
                      <a:pt x="0" y="159555"/>
                      <a:pt x="0" y="156191"/>
                    </a:cubicBezTo>
                    <a:lnTo>
                      <a:pt x="0" y="12911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5336ECE-766C-F555-00E3-54010A1338EA}"/>
                  </a:ext>
                </a:extLst>
              </p:cNvPr>
              <p:cNvSpPr/>
              <p:nvPr/>
            </p:nvSpPr>
            <p:spPr>
              <a:xfrm>
                <a:off x="1162769" y="1187514"/>
                <a:ext cx="156919" cy="168792"/>
              </a:xfrm>
              <a:custGeom>
                <a:avLst/>
                <a:gdLst>
                  <a:gd name="csX0" fmla="*/ 147219 w 156919"/>
                  <a:gd name="csY0" fmla="*/ 135374 h 168792"/>
                  <a:gd name="csX1" fmla="*/ 150093 w 156919"/>
                  <a:gd name="csY1" fmla="*/ 142915 h 168792"/>
                  <a:gd name="csX2" fmla="*/ 147037 w 156919"/>
                  <a:gd name="csY2" fmla="*/ 149924 h 168792"/>
                  <a:gd name="csX3" fmla="*/ 136803 w 156919"/>
                  <a:gd name="csY3" fmla="*/ 156934 h 168792"/>
                  <a:gd name="csX4" fmla="*/ 113281 w 156919"/>
                  <a:gd name="csY4" fmla="*/ 165555 h 168792"/>
                  <a:gd name="csX5" fmla="*/ 85455 w 156919"/>
                  <a:gd name="csY5" fmla="*/ 168793 h 168792"/>
                  <a:gd name="csX6" fmla="*/ 49008 w 156919"/>
                  <a:gd name="csY6" fmla="*/ 161966 h 168792"/>
                  <a:gd name="csX7" fmla="*/ 21181 w 156919"/>
                  <a:gd name="csY7" fmla="*/ 142214 h 168792"/>
                  <a:gd name="csX8" fmla="*/ 5383 w 156919"/>
                  <a:gd name="csY8" fmla="*/ 115818 h 168792"/>
                  <a:gd name="csX9" fmla="*/ 0 w 156919"/>
                  <a:gd name="csY9" fmla="*/ 82245 h 168792"/>
                  <a:gd name="csX10" fmla="*/ 5565 w 156919"/>
                  <a:gd name="csY10" fmla="*/ 49919 h 168792"/>
                  <a:gd name="csX11" fmla="*/ 21546 w 156919"/>
                  <a:gd name="csY11" fmla="*/ 23705 h 168792"/>
                  <a:gd name="csX12" fmla="*/ 80801 w 156919"/>
                  <a:gd name="csY12" fmla="*/ 0 h 168792"/>
                  <a:gd name="csX13" fmla="*/ 113113 w 156919"/>
                  <a:gd name="csY13" fmla="*/ 5930 h 168792"/>
                  <a:gd name="csX14" fmla="*/ 137168 w 156919"/>
                  <a:gd name="csY14" fmla="*/ 22625 h 168792"/>
                  <a:gd name="csX15" fmla="*/ 156920 w 156919"/>
                  <a:gd name="csY15" fmla="*/ 75418 h 168792"/>
                  <a:gd name="csX16" fmla="*/ 153149 w 156919"/>
                  <a:gd name="csY16" fmla="*/ 86913 h 168792"/>
                  <a:gd name="csX17" fmla="*/ 142915 w 156919"/>
                  <a:gd name="csY17" fmla="*/ 91581 h 168792"/>
                  <a:gd name="csX18" fmla="*/ 27279 w 156919"/>
                  <a:gd name="csY18" fmla="*/ 91581 h 168792"/>
                  <a:gd name="csX19" fmla="*/ 41284 w 156919"/>
                  <a:gd name="csY19" fmla="*/ 127495 h 168792"/>
                  <a:gd name="csX20" fmla="*/ 60853 w 156919"/>
                  <a:gd name="csY20" fmla="*/ 142046 h 168792"/>
                  <a:gd name="csX21" fmla="*/ 86534 w 156919"/>
                  <a:gd name="csY21" fmla="*/ 147247 h 168792"/>
                  <a:gd name="csX22" fmla="*/ 125323 w 156919"/>
                  <a:gd name="csY22" fmla="*/ 138626 h 168792"/>
                  <a:gd name="csX23" fmla="*/ 132332 w 156919"/>
                  <a:gd name="csY23" fmla="*/ 134673 h 168792"/>
                  <a:gd name="csX24" fmla="*/ 140056 w 156919"/>
                  <a:gd name="csY24" fmla="*/ 132163 h 168792"/>
                  <a:gd name="csX25" fmla="*/ 147233 w 156919"/>
                  <a:gd name="csY25" fmla="*/ 135402 h 168792"/>
                  <a:gd name="csX26" fmla="*/ 131420 w 156919"/>
                  <a:gd name="csY26" fmla="*/ 72530 h 168792"/>
                  <a:gd name="csX27" fmla="*/ 118131 w 156919"/>
                  <a:gd name="csY27" fmla="*/ 36980 h 168792"/>
                  <a:gd name="csX28" fmla="*/ 101968 w 156919"/>
                  <a:gd name="csY28" fmla="*/ 25485 h 168792"/>
                  <a:gd name="csX29" fmla="*/ 80787 w 156919"/>
                  <a:gd name="csY29" fmla="*/ 21181 h 168792"/>
                  <a:gd name="csX30" fmla="*/ 40204 w 156919"/>
                  <a:gd name="csY30" fmla="*/ 38424 h 168792"/>
                  <a:gd name="csX31" fmla="*/ 27279 w 156919"/>
                  <a:gd name="csY31" fmla="*/ 72544 h 168792"/>
                  <a:gd name="csX32" fmla="*/ 131420 w 156919"/>
                  <a:gd name="csY32" fmla="*/ 72544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56919" h="168792">
                    <a:moveTo>
                      <a:pt x="147219" y="135374"/>
                    </a:moveTo>
                    <a:cubicBezTo>
                      <a:pt x="149125" y="137532"/>
                      <a:pt x="150093" y="140042"/>
                      <a:pt x="150093" y="142915"/>
                    </a:cubicBezTo>
                    <a:cubicBezTo>
                      <a:pt x="150093" y="145551"/>
                      <a:pt x="149069" y="147892"/>
                      <a:pt x="147037" y="149924"/>
                    </a:cubicBezTo>
                    <a:cubicBezTo>
                      <a:pt x="145004" y="151957"/>
                      <a:pt x="141584" y="154298"/>
                      <a:pt x="136803" y="156934"/>
                    </a:cubicBezTo>
                    <a:cubicBezTo>
                      <a:pt x="130103" y="160522"/>
                      <a:pt x="122253" y="163396"/>
                      <a:pt x="113281" y="165555"/>
                    </a:cubicBezTo>
                    <a:cubicBezTo>
                      <a:pt x="104309" y="167714"/>
                      <a:pt x="95029" y="168793"/>
                      <a:pt x="85455" y="168793"/>
                    </a:cubicBezTo>
                    <a:cubicBezTo>
                      <a:pt x="72039" y="168793"/>
                      <a:pt x="59900" y="166522"/>
                      <a:pt x="49008" y="161966"/>
                    </a:cubicBezTo>
                    <a:cubicBezTo>
                      <a:pt x="38115" y="157424"/>
                      <a:pt x="28835" y="150836"/>
                      <a:pt x="21181" y="142214"/>
                    </a:cubicBezTo>
                    <a:cubicBezTo>
                      <a:pt x="14228" y="134799"/>
                      <a:pt x="8972" y="125995"/>
                      <a:pt x="5383" y="115818"/>
                    </a:cubicBezTo>
                    <a:cubicBezTo>
                      <a:pt x="1794" y="105641"/>
                      <a:pt x="0" y="94455"/>
                      <a:pt x="0" y="82245"/>
                    </a:cubicBezTo>
                    <a:cubicBezTo>
                      <a:pt x="0" y="70750"/>
                      <a:pt x="1850" y="59984"/>
                      <a:pt x="5565" y="49919"/>
                    </a:cubicBezTo>
                    <a:cubicBezTo>
                      <a:pt x="9280" y="39868"/>
                      <a:pt x="14593" y="31134"/>
                      <a:pt x="21546" y="23705"/>
                    </a:cubicBezTo>
                    <a:cubicBezTo>
                      <a:pt x="36139" y="7906"/>
                      <a:pt x="55891" y="0"/>
                      <a:pt x="80801" y="0"/>
                    </a:cubicBezTo>
                    <a:cubicBezTo>
                      <a:pt x="92772" y="0"/>
                      <a:pt x="103538" y="1977"/>
                      <a:pt x="113113" y="5930"/>
                    </a:cubicBezTo>
                    <a:cubicBezTo>
                      <a:pt x="122687" y="9883"/>
                      <a:pt x="130706" y="15448"/>
                      <a:pt x="137168" y="22625"/>
                    </a:cubicBezTo>
                    <a:cubicBezTo>
                      <a:pt x="150331" y="36517"/>
                      <a:pt x="156920" y="54110"/>
                      <a:pt x="156920" y="75418"/>
                    </a:cubicBezTo>
                    <a:cubicBezTo>
                      <a:pt x="156920" y="79974"/>
                      <a:pt x="155658" y="83801"/>
                      <a:pt x="153149" y="86913"/>
                    </a:cubicBezTo>
                    <a:cubicBezTo>
                      <a:pt x="150639" y="90025"/>
                      <a:pt x="147219" y="91581"/>
                      <a:pt x="142915" y="91581"/>
                    </a:cubicBezTo>
                    <a:lnTo>
                      <a:pt x="27279" y="91581"/>
                    </a:lnTo>
                    <a:cubicBezTo>
                      <a:pt x="28709" y="106188"/>
                      <a:pt x="33377" y="118159"/>
                      <a:pt x="41284" y="127495"/>
                    </a:cubicBezTo>
                    <a:cubicBezTo>
                      <a:pt x="46540" y="133719"/>
                      <a:pt x="53073" y="138570"/>
                      <a:pt x="60853" y="142046"/>
                    </a:cubicBezTo>
                    <a:cubicBezTo>
                      <a:pt x="68633" y="145523"/>
                      <a:pt x="77198" y="147247"/>
                      <a:pt x="86534" y="147247"/>
                    </a:cubicBezTo>
                    <a:cubicBezTo>
                      <a:pt x="101380" y="147247"/>
                      <a:pt x="114304" y="144373"/>
                      <a:pt x="125323" y="138626"/>
                    </a:cubicBezTo>
                    <a:cubicBezTo>
                      <a:pt x="126991" y="137673"/>
                      <a:pt x="129332" y="136355"/>
                      <a:pt x="132332" y="134673"/>
                    </a:cubicBezTo>
                    <a:cubicBezTo>
                      <a:pt x="135318" y="133005"/>
                      <a:pt x="137897" y="132163"/>
                      <a:pt x="140056" y="132163"/>
                    </a:cubicBezTo>
                    <a:cubicBezTo>
                      <a:pt x="142929" y="132163"/>
                      <a:pt x="145312" y="133243"/>
                      <a:pt x="147233" y="135402"/>
                    </a:cubicBezTo>
                    <a:close/>
                    <a:moveTo>
                      <a:pt x="131420" y="72530"/>
                    </a:moveTo>
                    <a:cubicBezTo>
                      <a:pt x="130706" y="57685"/>
                      <a:pt x="126276" y="45839"/>
                      <a:pt x="118131" y="36980"/>
                    </a:cubicBezTo>
                    <a:cubicBezTo>
                      <a:pt x="113828" y="32200"/>
                      <a:pt x="108431" y="28359"/>
                      <a:pt x="101968" y="25485"/>
                    </a:cubicBezTo>
                    <a:cubicBezTo>
                      <a:pt x="95506" y="22611"/>
                      <a:pt x="88441" y="21181"/>
                      <a:pt x="80787" y="21181"/>
                    </a:cubicBezTo>
                    <a:cubicBezTo>
                      <a:pt x="63544" y="21181"/>
                      <a:pt x="50017" y="26929"/>
                      <a:pt x="40204" y="38424"/>
                    </a:cubicBezTo>
                    <a:cubicBezTo>
                      <a:pt x="32775" y="46807"/>
                      <a:pt x="28471" y="58175"/>
                      <a:pt x="27279" y="72544"/>
                    </a:cubicBezTo>
                    <a:lnTo>
                      <a:pt x="131420" y="72544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75C8C9E-1FEF-2547-7127-2EBC7B9E1D12}"/>
                  </a:ext>
                </a:extLst>
              </p:cNvPr>
              <p:cNvSpPr/>
              <p:nvPr/>
            </p:nvSpPr>
            <p:spPr>
              <a:xfrm>
                <a:off x="1350935" y="1187514"/>
                <a:ext cx="156919" cy="168792"/>
              </a:xfrm>
              <a:custGeom>
                <a:avLst/>
                <a:gdLst>
                  <a:gd name="csX0" fmla="*/ 147219 w 156919"/>
                  <a:gd name="csY0" fmla="*/ 135374 h 168792"/>
                  <a:gd name="csX1" fmla="*/ 150093 w 156919"/>
                  <a:gd name="csY1" fmla="*/ 142915 h 168792"/>
                  <a:gd name="csX2" fmla="*/ 147037 w 156919"/>
                  <a:gd name="csY2" fmla="*/ 149924 h 168792"/>
                  <a:gd name="csX3" fmla="*/ 136804 w 156919"/>
                  <a:gd name="csY3" fmla="*/ 156934 h 168792"/>
                  <a:gd name="csX4" fmla="*/ 113281 w 156919"/>
                  <a:gd name="csY4" fmla="*/ 165555 h 168792"/>
                  <a:gd name="csX5" fmla="*/ 85455 w 156919"/>
                  <a:gd name="csY5" fmla="*/ 168793 h 168792"/>
                  <a:gd name="csX6" fmla="*/ 49008 w 156919"/>
                  <a:gd name="csY6" fmla="*/ 161966 h 168792"/>
                  <a:gd name="csX7" fmla="*/ 21181 w 156919"/>
                  <a:gd name="csY7" fmla="*/ 142214 h 168792"/>
                  <a:gd name="csX8" fmla="*/ 5383 w 156919"/>
                  <a:gd name="csY8" fmla="*/ 115818 h 168792"/>
                  <a:gd name="csX9" fmla="*/ 0 w 156919"/>
                  <a:gd name="csY9" fmla="*/ 82245 h 168792"/>
                  <a:gd name="csX10" fmla="*/ 5565 w 156919"/>
                  <a:gd name="csY10" fmla="*/ 49919 h 168792"/>
                  <a:gd name="csX11" fmla="*/ 21546 w 156919"/>
                  <a:gd name="csY11" fmla="*/ 23705 h 168792"/>
                  <a:gd name="csX12" fmla="*/ 80801 w 156919"/>
                  <a:gd name="csY12" fmla="*/ 0 h 168792"/>
                  <a:gd name="csX13" fmla="*/ 113113 w 156919"/>
                  <a:gd name="csY13" fmla="*/ 5930 h 168792"/>
                  <a:gd name="csX14" fmla="*/ 137168 w 156919"/>
                  <a:gd name="csY14" fmla="*/ 22625 h 168792"/>
                  <a:gd name="csX15" fmla="*/ 156920 w 156919"/>
                  <a:gd name="csY15" fmla="*/ 75418 h 168792"/>
                  <a:gd name="csX16" fmla="*/ 153149 w 156919"/>
                  <a:gd name="csY16" fmla="*/ 86913 h 168792"/>
                  <a:gd name="csX17" fmla="*/ 142915 w 156919"/>
                  <a:gd name="csY17" fmla="*/ 91581 h 168792"/>
                  <a:gd name="csX18" fmla="*/ 27279 w 156919"/>
                  <a:gd name="csY18" fmla="*/ 91581 h 168792"/>
                  <a:gd name="csX19" fmla="*/ 41284 w 156919"/>
                  <a:gd name="csY19" fmla="*/ 127495 h 168792"/>
                  <a:gd name="csX20" fmla="*/ 60853 w 156919"/>
                  <a:gd name="csY20" fmla="*/ 142046 h 168792"/>
                  <a:gd name="csX21" fmla="*/ 86534 w 156919"/>
                  <a:gd name="csY21" fmla="*/ 147247 h 168792"/>
                  <a:gd name="csX22" fmla="*/ 125323 w 156919"/>
                  <a:gd name="csY22" fmla="*/ 138626 h 168792"/>
                  <a:gd name="csX23" fmla="*/ 132332 w 156919"/>
                  <a:gd name="csY23" fmla="*/ 134673 h 168792"/>
                  <a:gd name="csX24" fmla="*/ 140056 w 156919"/>
                  <a:gd name="csY24" fmla="*/ 132163 h 168792"/>
                  <a:gd name="csX25" fmla="*/ 147233 w 156919"/>
                  <a:gd name="csY25" fmla="*/ 135402 h 168792"/>
                  <a:gd name="csX26" fmla="*/ 131420 w 156919"/>
                  <a:gd name="csY26" fmla="*/ 72530 h 168792"/>
                  <a:gd name="csX27" fmla="*/ 118131 w 156919"/>
                  <a:gd name="csY27" fmla="*/ 36980 h 168792"/>
                  <a:gd name="csX28" fmla="*/ 101968 w 156919"/>
                  <a:gd name="csY28" fmla="*/ 25485 h 168792"/>
                  <a:gd name="csX29" fmla="*/ 80787 w 156919"/>
                  <a:gd name="csY29" fmla="*/ 21181 h 168792"/>
                  <a:gd name="csX30" fmla="*/ 40204 w 156919"/>
                  <a:gd name="csY30" fmla="*/ 38424 h 168792"/>
                  <a:gd name="csX31" fmla="*/ 27279 w 156919"/>
                  <a:gd name="csY31" fmla="*/ 72544 h 168792"/>
                  <a:gd name="csX32" fmla="*/ 131420 w 156919"/>
                  <a:gd name="csY32" fmla="*/ 72544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56919" h="168792">
                    <a:moveTo>
                      <a:pt x="147219" y="135374"/>
                    </a:moveTo>
                    <a:cubicBezTo>
                      <a:pt x="149125" y="137532"/>
                      <a:pt x="150093" y="140042"/>
                      <a:pt x="150093" y="142915"/>
                    </a:cubicBezTo>
                    <a:cubicBezTo>
                      <a:pt x="150093" y="145551"/>
                      <a:pt x="149069" y="147892"/>
                      <a:pt x="147037" y="149924"/>
                    </a:cubicBezTo>
                    <a:cubicBezTo>
                      <a:pt x="145004" y="151957"/>
                      <a:pt x="141584" y="154298"/>
                      <a:pt x="136804" y="156934"/>
                    </a:cubicBezTo>
                    <a:cubicBezTo>
                      <a:pt x="130103" y="160522"/>
                      <a:pt x="122253" y="163396"/>
                      <a:pt x="113281" y="165555"/>
                    </a:cubicBezTo>
                    <a:cubicBezTo>
                      <a:pt x="104309" y="167714"/>
                      <a:pt x="95029" y="168793"/>
                      <a:pt x="85455" y="168793"/>
                    </a:cubicBezTo>
                    <a:cubicBezTo>
                      <a:pt x="72039" y="168793"/>
                      <a:pt x="59900" y="166522"/>
                      <a:pt x="49008" y="161966"/>
                    </a:cubicBezTo>
                    <a:cubicBezTo>
                      <a:pt x="38115" y="157424"/>
                      <a:pt x="28835" y="150836"/>
                      <a:pt x="21181" y="142214"/>
                    </a:cubicBezTo>
                    <a:cubicBezTo>
                      <a:pt x="14228" y="134799"/>
                      <a:pt x="8972" y="125995"/>
                      <a:pt x="5383" y="115818"/>
                    </a:cubicBezTo>
                    <a:cubicBezTo>
                      <a:pt x="1794" y="105641"/>
                      <a:pt x="0" y="94455"/>
                      <a:pt x="0" y="82245"/>
                    </a:cubicBezTo>
                    <a:cubicBezTo>
                      <a:pt x="0" y="70750"/>
                      <a:pt x="1850" y="59984"/>
                      <a:pt x="5565" y="49919"/>
                    </a:cubicBezTo>
                    <a:cubicBezTo>
                      <a:pt x="9280" y="39868"/>
                      <a:pt x="14593" y="31134"/>
                      <a:pt x="21546" y="23705"/>
                    </a:cubicBezTo>
                    <a:cubicBezTo>
                      <a:pt x="36153" y="7906"/>
                      <a:pt x="55891" y="0"/>
                      <a:pt x="80801" y="0"/>
                    </a:cubicBezTo>
                    <a:cubicBezTo>
                      <a:pt x="92772" y="0"/>
                      <a:pt x="103538" y="1977"/>
                      <a:pt x="113113" y="5930"/>
                    </a:cubicBezTo>
                    <a:cubicBezTo>
                      <a:pt x="122687" y="9883"/>
                      <a:pt x="130706" y="15448"/>
                      <a:pt x="137168" y="22625"/>
                    </a:cubicBezTo>
                    <a:cubicBezTo>
                      <a:pt x="150331" y="36517"/>
                      <a:pt x="156920" y="54110"/>
                      <a:pt x="156920" y="75418"/>
                    </a:cubicBezTo>
                    <a:cubicBezTo>
                      <a:pt x="156920" y="79974"/>
                      <a:pt x="155658" y="83801"/>
                      <a:pt x="153149" y="86913"/>
                    </a:cubicBezTo>
                    <a:cubicBezTo>
                      <a:pt x="150639" y="90025"/>
                      <a:pt x="147219" y="91581"/>
                      <a:pt x="142915" y="91581"/>
                    </a:cubicBezTo>
                    <a:lnTo>
                      <a:pt x="27279" y="91581"/>
                    </a:lnTo>
                    <a:cubicBezTo>
                      <a:pt x="28709" y="106188"/>
                      <a:pt x="33377" y="118159"/>
                      <a:pt x="41284" y="127495"/>
                    </a:cubicBezTo>
                    <a:cubicBezTo>
                      <a:pt x="46540" y="133719"/>
                      <a:pt x="53073" y="138570"/>
                      <a:pt x="60853" y="142046"/>
                    </a:cubicBezTo>
                    <a:cubicBezTo>
                      <a:pt x="68633" y="145523"/>
                      <a:pt x="77198" y="147247"/>
                      <a:pt x="86534" y="147247"/>
                    </a:cubicBezTo>
                    <a:cubicBezTo>
                      <a:pt x="101380" y="147247"/>
                      <a:pt x="114304" y="144373"/>
                      <a:pt x="125323" y="138626"/>
                    </a:cubicBezTo>
                    <a:cubicBezTo>
                      <a:pt x="126991" y="137673"/>
                      <a:pt x="129332" y="136355"/>
                      <a:pt x="132332" y="134673"/>
                    </a:cubicBezTo>
                    <a:cubicBezTo>
                      <a:pt x="135318" y="133005"/>
                      <a:pt x="137897" y="132163"/>
                      <a:pt x="140056" y="132163"/>
                    </a:cubicBezTo>
                    <a:cubicBezTo>
                      <a:pt x="142929" y="132163"/>
                      <a:pt x="145313" y="133243"/>
                      <a:pt x="147233" y="135402"/>
                    </a:cubicBezTo>
                    <a:close/>
                    <a:moveTo>
                      <a:pt x="131420" y="72530"/>
                    </a:moveTo>
                    <a:cubicBezTo>
                      <a:pt x="130706" y="57685"/>
                      <a:pt x="126276" y="45839"/>
                      <a:pt x="118131" y="36980"/>
                    </a:cubicBezTo>
                    <a:cubicBezTo>
                      <a:pt x="113828" y="32200"/>
                      <a:pt x="108431" y="28359"/>
                      <a:pt x="101968" y="25485"/>
                    </a:cubicBezTo>
                    <a:cubicBezTo>
                      <a:pt x="95506" y="22611"/>
                      <a:pt x="88441" y="21181"/>
                      <a:pt x="80787" y="21181"/>
                    </a:cubicBezTo>
                    <a:cubicBezTo>
                      <a:pt x="63544" y="21181"/>
                      <a:pt x="50017" y="26929"/>
                      <a:pt x="40204" y="38424"/>
                    </a:cubicBezTo>
                    <a:cubicBezTo>
                      <a:pt x="32789" y="46807"/>
                      <a:pt x="28471" y="58175"/>
                      <a:pt x="27279" y="72544"/>
                    </a:cubicBezTo>
                    <a:lnTo>
                      <a:pt x="131420" y="72544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C6FCE6B-B59A-9536-AF0E-43132558F449}"/>
                  </a:ext>
                </a:extLst>
              </p:cNvPr>
              <p:cNvSpPr/>
              <p:nvPr/>
            </p:nvSpPr>
            <p:spPr>
              <a:xfrm>
                <a:off x="1548788" y="1187486"/>
                <a:ext cx="112397" cy="168792"/>
              </a:xfrm>
              <a:custGeom>
                <a:avLst/>
                <a:gdLst>
                  <a:gd name="csX0" fmla="*/ 88693 w 112397"/>
                  <a:gd name="csY0" fmla="*/ 2173 h 168792"/>
                  <a:gd name="csX1" fmla="*/ 101982 w 112397"/>
                  <a:gd name="csY1" fmla="*/ 7556 h 168792"/>
                  <a:gd name="csX2" fmla="*/ 112398 w 112397"/>
                  <a:gd name="csY2" fmla="*/ 22275 h 168792"/>
                  <a:gd name="csX3" fmla="*/ 108991 w 112397"/>
                  <a:gd name="csY3" fmla="*/ 31078 h 168792"/>
                  <a:gd name="csX4" fmla="*/ 100552 w 112397"/>
                  <a:gd name="csY4" fmla="*/ 34485 h 168792"/>
                  <a:gd name="csX5" fmla="*/ 94805 w 112397"/>
                  <a:gd name="csY5" fmla="*/ 33223 h 168792"/>
                  <a:gd name="csX6" fmla="*/ 89058 w 112397"/>
                  <a:gd name="csY6" fmla="*/ 30532 h 168792"/>
                  <a:gd name="csX7" fmla="*/ 79006 w 112397"/>
                  <a:gd name="csY7" fmla="*/ 25681 h 168792"/>
                  <a:gd name="csX8" fmla="*/ 67876 w 112397"/>
                  <a:gd name="csY8" fmla="*/ 24069 h 168792"/>
                  <a:gd name="csX9" fmla="*/ 38788 w 112397"/>
                  <a:gd name="csY9" fmla="*/ 38438 h 168792"/>
                  <a:gd name="csX10" fmla="*/ 29634 w 112397"/>
                  <a:gd name="csY10" fmla="*/ 59802 h 168792"/>
                  <a:gd name="csX11" fmla="*/ 26579 w 112397"/>
                  <a:gd name="csY11" fmla="*/ 85833 h 168792"/>
                  <a:gd name="csX12" fmla="*/ 26579 w 112397"/>
                  <a:gd name="csY12" fmla="*/ 156219 h 168792"/>
                  <a:gd name="csX13" fmla="*/ 22625 w 112397"/>
                  <a:gd name="csY13" fmla="*/ 165022 h 168792"/>
                  <a:gd name="csX14" fmla="*/ 13289 w 112397"/>
                  <a:gd name="csY14" fmla="*/ 168793 h 168792"/>
                  <a:gd name="csX15" fmla="*/ 3953 w 112397"/>
                  <a:gd name="csY15" fmla="*/ 165022 h 168792"/>
                  <a:gd name="csX16" fmla="*/ 0 w 112397"/>
                  <a:gd name="csY16" fmla="*/ 156219 h 168792"/>
                  <a:gd name="csX17" fmla="*/ 0 w 112397"/>
                  <a:gd name="csY17" fmla="*/ 12574 h 168792"/>
                  <a:gd name="csX18" fmla="*/ 3953 w 112397"/>
                  <a:gd name="csY18" fmla="*/ 3603 h 168792"/>
                  <a:gd name="csX19" fmla="*/ 13289 w 112397"/>
                  <a:gd name="csY19" fmla="*/ 14 h 168792"/>
                  <a:gd name="csX20" fmla="*/ 22625 w 112397"/>
                  <a:gd name="csY20" fmla="*/ 3603 h 168792"/>
                  <a:gd name="csX21" fmla="*/ 26579 w 112397"/>
                  <a:gd name="csY21" fmla="*/ 12574 h 168792"/>
                  <a:gd name="csX22" fmla="*/ 26579 w 112397"/>
                  <a:gd name="csY22" fmla="*/ 26214 h 168792"/>
                  <a:gd name="csX23" fmla="*/ 44354 w 112397"/>
                  <a:gd name="csY23" fmla="*/ 6645 h 168792"/>
                  <a:gd name="csX24" fmla="*/ 72180 w 112397"/>
                  <a:gd name="csY24" fmla="*/ 0 h 168792"/>
                  <a:gd name="csX25" fmla="*/ 88693 w 112397"/>
                  <a:gd name="csY25" fmla="*/ 2159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12397" h="168792">
                    <a:moveTo>
                      <a:pt x="88693" y="2173"/>
                    </a:moveTo>
                    <a:cubicBezTo>
                      <a:pt x="93950" y="3603"/>
                      <a:pt x="98394" y="5397"/>
                      <a:pt x="101982" y="7556"/>
                    </a:cubicBezTo>
                    <a:cubicBezTo>
                      <a:pt x="108921" y="11859"/>
                      <a:pt x="112398" y="16780"/>
                      <a:pt x="112398" y="22275"/>
                    </a:cubicBezTo>
                    <a:cubicBezTo>
                      <a:pt x="112398" y="25864"/>
                      <a:pt x="111262" y="28807"/>
                      <a:pt x="108991" y="31078"/>
                    </a:cubicBezTo>
                    <a:cubicBezTo>
                      <a:pt x="106720" y="33349"/>
                      <a:pt x="103903" y="34485"/>
                      <a:pt x="100552" y="34485"/>
                    </a:cubicBezTo>
                    <a:cubicBezTo>
                      <a:pt x="98632" y="34485"/>
                      <a:pt x="96725" y="34064"/>
                      <a:pt x="94805" y="33223"/>
                    </a:cubicBezTo>
                    <a:cubicBezTo>
                      <a:pt x="92885" y="32382"/>
                      <a:pt x="90978" y="31485"/>
                      <a:pt x="89058" y="30532"/>
                    </a:cubicBezTo>
                    <a:cubicBezTo>
                      <a:pt x="85469" y="28373"/>
                      <a:pt x="82105" y="26761"/>
                      <a:pt x="79006" y="25681"/>
                    </a:cubicBezTo>
                    <a:cubicBezTo>
                      <a:pt x="75894" y="24602"/>
                      <a:pt x="72180" y="24069"/>
                      <a:pt x="67876" y="24069"/>
                    </a:cubicBezTo>
                    <a:cubicBezTo>
                      <a:pt x="55666" y="24069"/>
                      <a:pt x="45966" y="28863"/>
                      <a:pt x="38788" y="38438"/>
                    </a:cubicBezTo>
                    <a:cubicBezTo>
                      <a:pt x="34709" y="44185"/>
                      <a:pt x="31667" y="51307"/>
                      <a:pt x="29634" y="59802"/>
                    </a:cubicBezTo>
                    <a:cubicBezTo>
                      <a:pt x="27602" y="68297"/>
                      <a:pt x="26579" y="76988"/>
                      <a:pt x="26579" y="85833"/>
                    </a:cubicBezTo>
                    <a:lnTo>
                      <a:pt x="26579" y="156219"/>
                    </a:lnTo>
                    <a:cubicBezTo>
                      <a:pt x="26579" y="159569"/>
                      <a:pt x="25261" y="162499"/>
                      <a:pt x="22625" y="165022"/>
                    </a:cubicBezTo>
                    <a:cubicBezTo>
                      <a:pt x="19990" y="167531"/>
                      <a:pt x="16878" y="168793"/>
                      <a:pt x="13289" y="168793"/>
                    </a:cubicBezTo>
                    <a:cubicBezTo>
                      <a:pt x="9701" y="168793"/>
                      <a:pt x="6589" y="167531"/>
                      <a:pt x="3953" y="165022"/>
                    </a:cubicBezTo>
                    <a:cubicBezTo>
                      <a:pt x="1318" y="162513"/>
                      <a:pt x="0" y="159583"/>
                      <a:pt x="0" y="156219"/>
                    </a:cubicBezTo>
                    <a:lnTo>
                      <a:pt x="0" y="12574"/>
                    </a:lnTo>
                    <a:cubicBezTo>
                      <a:pt x="0" y="8986"/>
                      <a:pt x="1318" y="5986"/>
                      <a:pt x="3953" y="3603"/>
                    </a:cubicBezTo>
                    <a:cubicBezTo>
                      <a:pt x="6589" y="1206"/>
                      <a:pt x="9701" y="14"/>
                      <a:pt x="13289" y="14"/>
                    </a:cubicBezTo>
                    <a:cubicBezTo>
                      <a:pt x="16878" y="14"/>
                      <a:pt x="19990" y="1220"/>
                      <a:pt x="22625" y="3603"/>
                    </a:cubicBezTo>
                    <a:cubicBezTo>
                      <a:pt x="25261" y="6000"/>
                      <a:pt x="26579" y="8986"/>
                      <a:pt x="26579" y="12574"/>
                    </a:cubicBezTo>
                    <a:lnTo>
                      <a:pt x="26579" y="26214"/>
                    </a:lnTo>
                    <a:cubicBezTo>
                      <a:pt x="30644" y="17593"/>
                      <a:pt x="36573" y="11074"/>
                      <a:pt x="44354" y="6645"/>
                    </a:cubicBezTo>
                    <a:cubicBezTo>
                      <a:pt x="52134" y="2215"/>
                      <a:pt x="61414" y="0"/>
                      <a:pt x="72180" y="0"/>
                    </a:cubicBezTo>
                    <a:cubicBezTo>
                      <a:pt x="77927" y="0"/>
                      <a:pt x="83422" y="715"/>
                      <a:pt x="88693" y="21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98578BD-A1D6-DA0A-515C-E0CEED266FD4}"/>
                  </a:ext>
                </a:extLst>
              </p:cNvPr>
              <p:cNvSpPr/>
              <p:nvPr/>
            </p:nvSpPr>
            <p:spPr>
              <a:xfrm>
                <a:off x="1678064" y="1097378"/>
                <a:ext cx="31597" cy="258915"/>
              </a:xfrm>
              <a:custGeom>
                <a:avLst/>
                <a:gdLst>
                  <a:gd name="csX0" fmla="*/ 4668 w 31597"/>
                  <a:gd name="csY0" fmla="*/ 26929 h 258915"/>
                  <a:gd name="csX1" fmla="*/ 0 w 31597"/>
                  <a:gd name="csY1" fmla="*/ 15798 h 258915"/>
                  <a:gd name="csX2" fmla="*/ 4668 w 31597"/>
                  <a:gd name="csY2" fmla="*/ 4668 h 258915"/>
                  <a:gd name="csX3" fmla="*/ 15799 w 31597"/>
                  <a:gd name="csY3" fmla="*/ 0 h 258915"/>
                  <a:gd name="csX4" fmla="*/ 26929 w 31597"/>
                  <a:gd name="csY4" fmla="*/ 4668 h 258915"/>
                  <a:gd name="csX5" fmla="*/ 31597 w 31597"/>
                  <a:gd name="csY5" fmla="*/ 15798 h 258915"/>
                  <a:gd name="csX6" fmla="*/ 26929 w 31597"/>
                  <a:gd name="csY6" fmla="*/ 26929 h 258915"/>
                  <a:gd name="csX7" fmla="*/ 15799 w 31597"/>
                  <a:gd name="csY7" fmla="*/ 31597 h 258915"/>
                  <a:gd name="csX8" fmla="*/ 4668 w 31597"/>
                  <a:gd name="csY8" fmla="*/ 26929 h 258915"/>
                  <a:gd name="csX9" fmla="*/ 6813 w 31597"/>
                  <a:gd name="csY9" fmla="*/ 93726 h 258915"/>
                  <a:gd name="csX10" fmla="*/ 16149 w 31597"/>
                  <a:gd name="csY10" fmla="*/ 90137 h 258915"/>
                  <a:gd name="csX11" fmla="*/ 25485 w 31597"/>
                  <a:gd name="csY11" fmla="*/ 93726 h 258915"/>
                  <a:gd name="csX12" fmla="*/ 29438 w 31597"/>
                  <a:gd name="csY12" fmla="*/ 102697 h 258915"/>
                  <a:gd name="csX13" fmla="*/ 29438 w 31597"/>
                  <a:gd name="csY13" fmla="*/ 246342 h 258915"/>
                  <a:gd name="csX14" fmla="*/ 25485 w 31597"/>
                  <a:gd name="csY14" fmla="*/ 255145 h 258915"/>
                  <a:gd name="csX15" fmla="*/ 16149 w 31597"/>
                  <a:gd name="csY15" fmla="*/ 258916 h 258915"/>
                  <a:gd name="csX16" fmla="*/ 6813 w 31597"/>
                  <a:gd name="csY16" fmla="*/ 255145 h 258915"/>
                  <a:gd name="csX17" fmla="*/ 2860 w 31597"/>
                  <a:gd name="csY17" fmla="*/ 246342 h 258915"/>
                  <a:gd name="csX18" fmla="*/ 2860 w 31597"/>
                  <a:gd name="csY18" fmla="*/ 102697 h 258915"/>
                  <a:gd name="csX19" fmla="*/ 6813 w 31597"/>
                  <a:gd name="csY19" fmla="*/ 93726 h 2589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31597" h="258915">
                    <a:moveTo>
                      <a:pt x="4668" y="26929"/>
                    </a:moveTo>
                    <a:cubicBezTo>
                      <a:pt x="1556" y="23817"/>
                      <a:pt x="0" y="20102"/>
                      <a:pt x="0" y="15798"/>
                    </a:cubicBezTo>
                    <a:cubicBezTo>
                      <a:pt x="0" y="11495"/>
                      <a:pt x="1556" y="7780"/>
                      <a:pt x="4668" y="4668"/>
                    </a:cubicBezTo>
                    <a:cubicBezTo>
                      <a:pt x="7780" y="1556"/>
                      <a:pt x="11495" y="0"/>
                      <a:pt x="15799" y="0"/>
                    </a:cubicBezTo>
                    <a:cubicBezTo>
                      <a:pt x="20102" y="0"/>
                      <a:pt x="23817" y="1556"/>
                      <a:pt x="26929" y="4668"/>
                    </a:cubicBezTo>
                    <a:cubicBezTo>
                      <a:pt x="30041" y="7780"/>
                      <a:pt x="31597" y="11495"/>
                      <a:pt x="31597" y="15798"/>
                    </a:cubicBezTo>
                    <a:cubicBezTo>
                      <a:pt x="31597" y="20102"/>
                      <a:pt x="30041" y="23817"/>
                      <a:pt x="26929" y="26929"/>
                    </a:cubicBezTo>
                    <a:cubicBezTo>
                      <a:pt x="23817" y="30041"/>
                      <a:pt x="20102" y="31597"/>
                      <a:pt x="15799" y="31597"/>
                    </a:cubicBezTo>
                    <a:cubicBezTo>
                      <a:pt x="11495" y="31597"/>
                      <a:pt x="7780" y="30041"/>
                      <a:pt x="4668" y="26929"/>
                    </a:cubicBezTo>
                    <a:close/>
                    <a:moveTo>
                      <a:pt x="6813" y="93726"/>
                    </a:moveTo>
                    <a:cubicBezTo>
                      <a:pt x="9448" y="91328"/>
                      <a:pt x="12560" y="90137"/>
                      <a:pt x="16149" y="90137"/>
                    </a:cubicBezTo>
                    <a:cubicBezTo>
                      <a:pt x="19738" y="90137"/>
                      <a:pt x="22850" y="91342"/>
                      <a:pt x="25485" y="93726"/>
                    </a:cubicBezTo>
                    <a:cubicBezTo>
                      <a:pt x="28121" y="96123"/>
                      <a:pt x="29438" y="99109"/>
                      <a:pt x="29438" y="102697"/>
                    </a:cubicBezTo>
                    <a:lnTo>
                      <a:pt x="29438" y="246342"/>
                    </a:lnTo>
                    <a:cubicBezTo>
                      <a:pt x="29438" y="249692"/>
                      <a:pt x="28121" y="252622"/>
                      <a:pt x="25485" y="255145"/>
                    </a:cubicBezTo>
                    <a:cubicBezTo>
                      <a:pt x="22850" y="257654"/>
                      <a:pt x="19738" y="258916"/>
                      <a:pt x="16149" y="258916"/>
                    </a:cubicBezTo>
                    <a:cubicBezTo>
                      <a:pt x="12560" y="258916"/>
                      <a:pt x="9448" y="257654"/>
                      <a:pt x="6813" y="255145"/>
                    </a:cubicBezTo>
                    <a:cubicBezTo>
                      <a:pt x="4177" y="252636"/>
                      <a:pt x="2860" y="249706"/>
                      <a:pt x="2860" y="246342"/>
                    </a:cubicBezTo>
                    <a:lnTo>
                      <a:pt x="2860" y="102697"/>
                    </a:lnTo>
                    <a:cubicBezTo>
                      <a:pt x="2860" y="99109"/>
                      <a:pt x="4177" y="96109"/>
                      <a:pt x="6813" y="93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B187A040-DB72-79B8-2873-B4D63F25F24A}"/>
                  </a:ext>
                </a:extLst>
              </p:cNvPr>
              <p:cNvSpPr/>
              <p:nvPr/>
            </p:nvSpPr>
            <p:spPr>
              <a:xfrm>
                <a:off x="1759201" y="1187514"/>
                <a:ext cx="149756" cy="168778"/>
              </a:xfrm>
              <a:custGeom>
                <a:avLst/>
                <a:gdLst>
                  <a:gd name="csX0" fmla="*/ 14 w 149756"/>
                  <a:gd name="csY0" fmla="*/ 12925 h 168778"/>
                  <a:gd name="csX1" fmla="*/ 3967 w 149756"/>
                  <a:gd name="csY1" fmla="*/ 3771 h 168778"/>
                  <a:gd name="csX2" fmla="*/ 13303 w 149756"/>
                  <a:gd name="csY2" fmla="*/ 0 h 168778"/>
                  <a:gd name="csX3" fmla="*/ 22639 w 149756"/>
                  <a:gd name="csY3" fmla="*/ 3771 h 168778"/>
                  <a:gd name="csX4" fmla="*/ 26592 w 149756"/>
                  <a:gd name="csY4" fmla="*/ 12925 h 168778"/>
                  <a:gd name="csX5" fmla="*/ 26592 w 149756"/>
                  <a:gd name="csY5" fmla="*/ 30518 h 168778"/>
                  <a:gd name="csX6" fmla="*/ 49568 w 149756"/>
                  <a:gd name="csY6" fmla="*/ 7542 h 168778"/>
                  <a:gd name="csX7" fmla="*/ 83324 w 149756"/>
                  <a:gd name="csY7" fmla="*/ 0 h 168778"/>
                  <a:gd name="csX8" fmla="*/ 130369 w 149756"/>
                  <a:gd name="csY8" fmla="*/ 14719 h 168778"/>
                  <a:gd name="csX9" fmla="*/ 149756 w 149756"/>
                  <a:gd name="csY9" fmla="*/ 68941 h 168778"/>
                  <a:gd name="csX10" fmla="*/ 149756 w 149756"/>
                  <a:gd name="csY10" fmla="*/ 156205 h 168778"/>
                  <a:gd name="csX11" fmla="*/ 145803 w 149756"/>
                  <a:gd name="csY11" fmla="*/ 165008 h 168778"/>
                  <a:gd name="csX12" fmla="*/ 136467 w 149756"/>
                  <a:gd name="csY12" fmla="*/ 168779 h 168778"/>
                  <a:gd name="csX13" fmla="*/ 127313 w 149756"/>
                  <a:gd name="csY13" fmla="*/ 165008 h 168778"/>
                  <a:gd name="csX14" fmla="*/ 123542 w 149756"/>
                  <a:gd name="csY14" fmla="*/ 156205 h 168778"/>
                  <a:gd name="csX15" fmla="*/ 123542 w 149756"/>
                  <a:gd name="csY15" fmla="*/ 74689 h 168778"/>
                  <a:gd name="csX16" fmla="*/ 110253 w 149756"/>
                  <a:gd name="csY16" fmla="*/ 33391 h 168778"/>
                  <a:gd name="csX17" fmla="*/ 78292 w 149756"/>
                  <a:gd name="csY17" fmla="*/ 22976 h 168778"/>
                  <a:gd name="csX18" fmla="*/ 35915 w 149756"/>
                  <a:gd name="csY18" fmla="*/ 47746 h 168778"/>
                  <a:gd name="csX19" fmla="*/ 26579 w 149756"/>
                  <a:gd name="csY19" fmla="*/ 90473 h 168778"/>
                  <a:gd name="csX20" fmla="*/ 26579 w 149756"/>
                  <a:gd name="csY20" fmla="*/ 156191 h 168778"/>
                  <a:gd name="csX21" fmla="*/ 22625 w 149756"/>
                  <a:gd name="csY21" fmla="*/ 164994 h 168778"/>
                  <a:gd name="csX22" fmla="*/ 13289 w 149756"/>
                  <a:gd name="csY22" fmla="*/ 168765 h 168778"/>
                  <a:gd name="csX23" fmla="*/ 3953 w 149756"/>
                  <a:gd name="csY23" fmla="*/ 164994 h 168778"/>
                  <a:gd name="csX24" fmla="*/ 0 w 149756"/>
                  <a:gd name="csY24" fmla="*/ 156191 h 168778"/>
                  <a:gd name="csX25" fmla="*/ 0 w 149756"/>
                  <a:gd name="csY25" fmla="*/ 12911 h 168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49756" h="168778">
                    <a:moveTo>
                      <a:pt x="14" y="12925"/>
                    </a:moveTo>
                    <a:cubicBezTo>
                      <a:pt x="14" y="9336"/>
                      <a:pt x="1332" y="6280"/>
                      <a:pt x="3967" y="3771"/>
                    </a:cubicBezTo>
                    <a:cubicBezTo>
                      <a:pt x="6603" y="1262"/>
                      <a:pt x="9715" y="0"/>
                      <a:pt x="13303" y="0"/>
                    </a:cubicBezTo>
                    <a:cubicBezTo>
                      <a:pt x="16892" y="0"/>
                      <a:pt x="20004" y="1262"/>
                      <a:pt x="22639" y="3771"/>
                    </a:cubicBezTo>
                    <a:cubicBezTo>
                      <a:pt x="25275" y="6280"/>
                      <a:pt x="26592" y="9336"/>
                      <a:pt x="26592" y="12925"/>
                    </a:cubicBezTo>
                    <a:lnTo>
                      <a:pt x="26592" y="30518"/>
                    </a:lnTo>
                    <a:cubicBezTo>
                      <a:pt x="31849" y="20228"/>
                      <a:pt x="39517" y="12560"/>
                      <a:pt x="49568" y="7542"/>
                    </a:cubicBezTo>
                    <a:cubicBezTo>
                      <a:pt x="59619" y="2509"/>
                      <a:pt x="70876" y="0"/>
                      <a:pt x="83324" y="0"/>
                    </a:cubicBezTo>
                    <a:cubicBezTo>
                      <a:pt x="103440" y="0"/>
                      <a:pt x="119112" y="4906"/>
                      <a:pt x="130369" y="14719"/>
                    </a:cubicBezTo>
                    <a:cubicBezTo>
                      <a:pt x="143294" y="26214"/>
                      <a:pt x="149756" y="44283"/>
                      <a:pt x="149756" y="68941"/>
                    </a:cubicBezTo>
                    <a:lnTo>
                      <a:pt x="149756" y="156205"/>
                    </a:lnTo>
                    <a:cubicBezTo>
                      <a:pt x="149756" y="159555"/>
                      <a:pt x="148439" y="162485"/>
                      <a:pt x="145803" y="165008"/>
                    </a:cubicBezTo>
                    <a:cubicBezTo>
                      <a:pt x="143168" y="167517"/>
                      <a:pt x="140056" y="168779"/>
                      <a:pt x="136467" y="168779"/>
                    </a:cubicBezTo>
                    <a:cubicBezTo>
                      <a:pt x="132878" y="168779"/>
                      <a:pt x="129822" y="167517"/>
                      <a:pt x="127313" y="165008"/>
                    </a:cubicBezTo>
                    <a:cubicBezTo>
                      <a:pt x="124804" y="162499"/>
                      <a:pt x="123542" y="159569"/>
                      <a:pt x="123542" y="156205"/>
                    </a:cubicBezTo>
                    <a:lnTo>
                      <a:pt x="123542" y="74689"/>
                    </a:lnTo>
                    <a:cubicBezTo>
                      <a:pt x="123542" y="55302"/>
                      <a:pt x="119112" y="41536"/>
                      <a:pt x="110253" y="33391"/>
                    </a:cubicBezTo>
                    <a:cubicBezTo>
                      <a:pt x="102823" y="26452"/>
                      <a:pt x="92170" y="22976"/>
                      <a:pt x="78292" y="22976"/>
                    </a:cubicBezTo>
                    <a:cubicBezTo>
                      <a:pt x="59129" y="22976"/>
                      <a:pt x="45012" y="31233"/>
                      <a:pt x="35915" y="47746"/>
                    </a:cubicBezTo>
                    <a:cubicBezTo>
                      <a:pt x="29691" y="59479"/>
                      <a:pt x="26579" y="73722"/>
                      <a:pt x="26579" y="90473"/>
                    </a:cubicBezTo>
                    <a:lnTo>
                      <a:pt x="26579" y="156191"/>
                    </a:lnTo>
                    <a:cubicBezTo>
                      <a:pt x="26579" y="159541"/>
                      <a:pt x="25261" y="162471"/>
                      <a:pt x="22625" y="164994"/>
                    </a:cubicBezTo>
                    <a:cubicBezTo>
                      <a:pt x="19990" y="167503"/>
                      <a:pt x="16878" y="168765"/>
                      <a:pt x="13289" y="168765"/>
                    </a:cubicBezTo>
                    <a:cubicBezTo>
                      <a:pt x="9701" y="168765"/>
                      <a:pt x="6589" y="167503"/>
                      <a:pt x="3953" y="164994"/>
                    </a:cubicBezTo>
                    <a:cubicBezTo>
                      <a:pt x="1318" y="162485"/>
                      <a:pt x="0" y="159555"/>
                      <a:pt x="0" y="156191"/>
                    </a:cubicBezTo>
                    <a:lnTo>
                      <a:pt x="0" y="12911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28E44ABD-FC7B-7FAC-1769-27A3D58992AF}"/>
                  </a:ext>
                </a:extLst>
              </p:cNvPr>
              <p:cNvSpPr/>
              <p:nvPr/>
            </p:nvSpPr>
            <p:spPr>
              <a:xfrm>
                <a:off x="1948110" y="1187542"/>
                <a:ext cx="148298" cy="248500"/>
              </a:xfrm>
              <a:custGeom>
                <a:avLst/>
                <a:gdLst>
                  <a:gd name="csX0" fmla="*/ 13457 w 148298"/>
                  <a:gd name="csY0" fmla="*/ 209684 h 248500"/>
                  <a:gd name="csX1" fmla="*/ 21532 w 148298"/>
                  <a:gd name="csY1" fmla="*/ 206095 h 248500"/>
                  <a:gd name="csX2" fmla="*/ 26915 w 148298"/>
                  <a:gd name="csY2" fmla="*/ 207175 h 248500"/>
                  <a:gd name="csX3" fmla="*/ 32662 w 148298"/>
                  <a:gd name="csY3" fmla="*/ 211478 h 248500"/>
                  <a:gd name="csX4" fmla="*/ 39125 w 148298"/>
                  <a:gd name="csY4" fmla="*/ 216511 h 248500"/>
                  <a:gd name="csX5" fmla="*/ 73245 w 148298"/>
                  <a:gd name="csY5" fmla="*/ 226926 h 248500"/>
                  <a:gd name="csX6" fmla="*/ 110589 w 148298"/>
                  <a:gd name="csY6" fmla="*/ 213287 h 248500"/>
                  <a:gd name="csX7" fmla="*/ 122084 w 148298"/>
                  <a:gd name="csY7" fmla="*/ 174863 h 248500"/>
                  <a:gd name="csX8" fmla="*/ 122084 w 148298"/>
                  <a:gd name="csY8" fmla="*/ 152952 h 248500"/>
                  <a:gd name="csX9" fmla="*/ 73610 w 148298"/>
                  <a:gd name="csY9" fmla="*/ 168400 h 248500"/>
                  <a:gd name="csX10" fmla="*/ 21181 w 148298"/>
                  <a:gd name="csY10" fmla="*/ 146140 h 248500"/>
                  <a:gd name="csX11" fmla="*/ 5383 w 148298"/>
                  <a:gd name="csY11" fmla="*/ 118313 h 248500"/>
                  <a:gd name="csX12" fmla="*/ 0 w 148298"/>
                  <a:gd name="csY12" fmla="*/ 83661 h 248500"/>
                  <a:gd name="csX13" fmla="*/ 5201 w 148298"/>
                  <a:gd name="csY13" fmla="*/ 50087 h 248500"/>
                  <a:gd name="csX14" fmla="*/ 20817 w 148298"/>
                  <a:gd name="csY14" fmla="*/ 22261 h 248500"/>
                  <a:gd name="csX15" fmla="*/ 73245 w 148298"/>
                  <a:gd name="csY15" fmla="*/ 0 h 248500"/>
                  <a:gd name="csX16" fmla="*/ 122084 w 148298"/>
                  <a:gd name="csY16" fmla="*/ 15798 h 248500"/>
                  <a:gd name="csX17" fmla="*/ 122084 w 148298"/>
                  <a:gd name="csY17" fmla="*/ 12574 h 248500"/>
                  <a:gd name="csX18" fmla="*/ 125855 w 148298"/>
                  <a:gd name="csY18" fmla="*/ 3603 h 248500"/>
                  <a:gd name="csX19" fmla="*/ 135374 w 148298"/>
                  <a:gd name="csY19" fmla="*/ 14 h 248500"/>
                  <a:gd name="csX20" fmla="*/ 144527 w 148298"/>
                  <a:gd name="csY20" fmla="*/ 3603 h 248500"/>
                  <a:gd name="csX21" fmla="*/ 148298 w 148298"/>
                  <a:gd name="csY21" fmla="*/ 12574 h 248500"/>
                  <a:gd name="csX22" fmla="*/ 148298 w 148298"/>
                  <a:gd name="csY22" fmla="*/ 170938 h 248500"/>
                  <a:gd name="csX23" fmla="*/ 128182 w 148298"/>
                  <a:gd name="csY23" fmla="*/ 229828 h 248500"/>
                  <a:gd name="csX24" fmla="*/ 73595 w 148298"/>
                  <a:gd name="csY24" fmla="*/ 248500 h 248500"/>
                  <a:gd name="csX25" fmla="*/ 49540 w 148298"/>
                  <a:gd name="csY25" fmla="*/ 245991 h 248500"/>
                  <a:gd name="csX26" fmla="*/ 28359 w 148298"/>
                  <a:gd name="csY26" fmla="*/ 237734 h 248500"/>
                  <a:gd name="csX27" fmla="*/ 10402 w 148298"/>
                  <a:gd name="csY27" fmla="*/ 217983 h 248500"/>
                  <a:gd name="csX28" fmla="*/ 13457 w 148298"/>
                  <a:gd name="csY28" fmla="*/ 209726 h 248500"/>
                  <a:gd name="csX29" fmla="*/ 122084 w 148298"/>
                  <a:gd name="csY29" fmla="*/ 129248 h 248500"/>
                  <a:gd name="csX30" fmla="*/ 122084 w 148298"/>
                  <a:gd name="csY30" fmla="*/ 40190 h 248500"/>
                  <a:gd name="csX31" fmla="*/ 101436 w 148298"/>
                  <a:gd name="csY31" fmla="*/ 26550 h 248500"/>
                  <a:gd name="csX32" fmla="*/ 76483 w 148298"/>
                  <a:gd name="csY32" fmla="*/ 21518 h 248500"/>
                  <a:gd name="csX33" fmla="*/ 40569 w 148298"/>
                  <a:gd name="csY33" fmla="*/ 38031 h 248500"/>
                  <a:gd name="csX34" fmla="*/ 26565 w 148298"/>
                  <a:gd name="csY34" fmla="*/ 83632 h 248500"/>
                  <a:gd name="csX35" fmla="*/ 40204 w 148298"/>
                  <a:gd name="csY35" fmla="*/ 130313 h 248500"/>
                  <a:gd name="csX36" fmla="*/ 76119 w 148298"/>
                  <a:gd name="csY36" fmla="*/ 146476 h 248500"/>
                  <a:gd name="csX37" fmla="*/ 122084 w 148298"/>
                  <a:gd name="csY37" fmla="*/ 129234 h 24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148298" h="248500">
                    <a:moveTo>
                      <a:pt x="13457" y="209684"/>
                    </a:moveTo>
                    <a:cubicBezTo>
                      <a:pt x="15490" y="207287"/>
                      <a:pt x="18182" y="206095"/>
                      <a:pt x="21532" y="206095"/>
                    </a:cubicBezTo>
                    <a:cubicBezTo>
                      <a:pt x="23691" y="206095"/>
                      <a:pt x="25485" y="206460"/>
                      <a:pt x="26915" y="207175"/>
                    </a:cubicBezTo>
                    <a:cubicBezTo>
                      <a:pt x="28345" y="207890"/>
                      <a:pt x="30265" y="209334"/>
                      <a:pt x="32662" y="211478"/>
                    </a:cubicBezTo>
                    <a:lnTo>
                      <a:pt x="39125" y="216511"/>
                    </a:lnTo>
                    <a:cubicBezTo>
                      <a:pt x="48938" y="223450"/>
                      <a:pt x="60306" y="226926"/>
                      <a:pt x="73245" y="226926"/>
                    </a:cubicBezTo>
                    <a:cubicBezTo>
                      <a:pt x="90235" y="226926"/>
                      <a:pt x="102697" y="222370"/>
                      <a:pt x="110589" y="213287"/>
                    </a:cubicBezTo>
                    <a:cubicBezTo>
                      <a:pt x="118243" y="204665"/>
                      <a:pt x="122084" y="191853"/>
                      <a:pt x="122084" y="174863"/>
                    </a:cubicBezTo>
                    <a:lnTo>
                      <a:pt x="122084" y="152952"/>
                    </a:lnTo>
                    <a:cubicBezTo>
                      <a:pt x="109160" y="163242"/>
                      <a:pt x="92997" y="168400"/>
                      <a:pt x="73610" y="168400"/>
                    </a:cubicBezTo>
                    <a:cubicBezTo>
                      <a:pt x="51825" y="168400"/>
                      <a:pt x="34345" y="160985"/>
                      <a:pt x="21181" y="146140"/>
                    </a:cubicBezTo>
                    <a:cubicBezTo>
                      <a:pt x="14228" y="138233"/>
                      <a:pt x="8972" y="128967"/>
                      <a:pt x="5383" y="118313"/>
                    </a:cubicBezTo>
                    <a:cubicBezTo>
                      <a:pt x="1794" y="107660"/>
                      <a:pt x="0" y="96109"/>
                      <a:pt x="0" y="83661"/>
                    </a:cubicBezTo>
                    <a:cubicBezTo>
                      <a:pt x="0" y="71927"/>
                      <a:pt x="1738" y="60741"/>
                      <a:pt x="5201" y="50087"/>
                    </a:cubicBezTo>
                    <a:cubicBezTo>
                      <a:pt x="8663" y="39433"/>
                      <a:pt x="13878" y="30153"/>
                      <a:pt x="20817" y="22261"/>
                    </a:cubicBezTo>
                    <a:cubicBezTo>
                      <a:pt x="33742" y="7416"/>
                      <a:pt x="51223" y="0"/>
                      <a:pt x="73245" y="0"/>
                    </a:cubicBezTo>
                    <a:cubicBezTo>
                      <a:pt x="90964" y="0"/>
                      <a:pt x="107239" y="5271"/>
                      <a:pt x="122084" y="15798"/>
                    </a:cubicBezTo>
                    <a:lnTo>
                      <a:pt x="122084" y="12574"/>
                    </a:lnTo>
                    <a:cubicBezTo>
                      <a:pt x="122084" y="8986"/>
                      <a:pt x="123346" y="5986"/>
                      <a:pt x="125855" y="3603"/>
                    </a:cubicBezTo>
                    <a:cubicBezTo>
                      <a:pt x="128365" y="1206"/>
                      <a:pt x="131533" y="14"/>
                      <a:pt x="135374" y="14"/>
                    </a:cubicBezTo>
                    <a:cubicBezTo>
                      <a:pt x="138962" y="14"/>
                      <a:pt x="142018" y="1220"/>
                      <a:pt x="144527" y="3603"/>
                    </a:cubicBezTo>
                    <a:cubicBezTo>
                      <a:pt x="147037" y="6000"/>
                      <a:pt x="148298" y="8986"/>
                      <a:pt x="148298" y="12574"/>
                    </a:cubicBezTo>
                    <a:lnTo>
                      <a:pt x="148298" y="170938"/>
                    </a:lnTo>
                    <a:cubicBezTo>
                      <a:pt x="148298" y="196787"/>
                      <a:pt x="141598" y="216427"/>
                      <a:pt x="128182" y="229828"/>
                    </a:cubicBezTo>
                    <a:cubicBezTo>
                      <a:pt x="115257" y="242276"/>
                      <a:pt x="97062" y="248500"/>
                      <a:pt x="73595" y="248500"/>
                    </a:cubicBezTo>
                    <a:cubicBezTo>
                      <a:pt x="64498" y="248500"/>
                      <a:pt x="56479" y="247659"/>
                      <a:pt x="49540" y="245991"/>
                    </a:cubicBezTo>
                    <a:cubicBezTo>
                      <a:pt x="42587" y="244309"/>
                      <a:pt x="35536" y="241561"/>
                      <a:pt x="28359" y="237734"/>
                    </a:cubicBezTo>
                    <a:cubicBezTo>
                      <a:pt x="16387" y="231272"/>
                      <a:pt x="10402" y="224683"/>
                      <a:pt x="10402" y="217983"/>
                    </a:cubicBezTo>
                    <a:cubicBezTo>
                      <a:pt x="10402" y="214871"/>
                      <a:pt x="11411" y="212109"/>
                      <a:pt x="13457" y="209726"/>
                    </a:cubicBezTo>
                    <a:close/>
                    <a:moveTo>
                      <a:pt x="122084" y="129248"/>
                    </a:moveTo>
                    <a:lnTo>
                      <a:pt x="122084" y="40190"/>
                    </a:lnTo>
                    <a:cubicBezTo>
                      <a:pt x="115131" y="34443"/>
                      <a:pt x="108262" y="29901"/>
                      <a:pt x="101436" y="26550"/>
                    </a:cubicBezTo>
                    <a:cubicBezTo>
                      <a:pt x="94609" y="23200"/>
                      <a:pt x="86296" y="21518"/>
                      <a:pt x="76483" y="21518"/>
                    </a:cubicBezTo>
                    <a:cubicBezTo>
                      <a:pt x="61161" y="21518"/>
                      <a:pt x="49190" y="27027"/>
                      <a:pt x="40569" y="38031"/>
                    </a:cubicBezTo>
                    <a:cubicBezTo>
                      <a:pt x="31233" y="49526"/>
                      <a:pt x="26565" y="64722"/>
                      <a:pt x="26565" y="83632"/>
                    </a:cubicBezTo>
                    <a:cubicBezTo>
                      <a:pt x="26565" y="103510"/>
                      <a:pt x="31106" y="119070"/>
                      <a:pt x="40204" y="130313"/>
                    </a:cubicBezTo>
                    <a:cubicBezTo>
                      <a:pt x="49064" y="141079"/>
                      <a:pt x="61035" y="146476"/>
                      <a:pt x="76119" y="146476"/>
                    </a:cubicBezTo>
                    <a:cubicBezTo>
                      <a:pt x="93361" y="146476"/>
                      <a:pt x="108669" y="140729"/>
                      <a:pt x="122084" y="1292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18FAF36-D6D5-3895-6E3B-05BD40EB7741}"/>
                  </a:ext>
                </a:extLst>
              </p:cNvPr>
              <p:cNvSpPr/>
              <p:nvPr/>
            </p:nvSpPr>
            <p:spPr>
              <a:xfrm>
                <a:off x="2240740" y="1108157"/>
                <a:ext cx="177764" cy="244547"/>
              </a:xfrm>
              <a:custGeom>
                <a:avLst/>
                <a:gdLst>
                  <a:gd name="csX0" fmla="*/ 165555 w 177764"/>
                  <a:gd name="csY0" fmla="*/ 219048 h 244547"/>
                  <a:gd name="csX1" fmla="*/ 174176 w 177764"/>
                  <a:gd name="csY1" fmla="*/ 222819 h 244547"/>
                  <a:gd name="csX2" fmla="*/ 177765 w 177764"/>
                  <a:gd name="csY2" fmla="*/ 231973 h 244547"/>
                  <a:gd name="csX3" fmla="*/ 174176 w 177764"/>
                  <a:gd name="csY3" fmla="*/ 240776 h 244547"/>
                  <a:gd name="csX4" fmla="*/ 165555 w 177764"/>
                  <a:gd name="csY4" fmla="*/ 244547 h 244547"/>
                  <a:gd name="csX5" fmla="*/ 14369 w 177764"/>
                  <a:gd name="csY5" fmla="*/ 244547 h 244547"/>
                  <a:gd name="csX6" fmla="*/ 4135 w 177764"/>
                  <a:gd name="csY6" fmla="*/ 240412 h 244547"/>
                  <a:gd name="csX7" fmla="*/ 0 w 177764"/>
                  <a:gd name="csY7" fmla="*/ 230543 h 244547"/>
                  <a:gd name="csX8" fmla="*/ 0 w 177764"/>
                  <a:gd name="csY8" fmla="*/ 14004 h 244547"/>
                  <a:gd name="csX9" fmla="*/ 4135 w 177764"/>
                  <a:gd name="csY9" fmla="*/ 4135 h 244547"/>
                  <a:gd name="csX10" fmla="*/ 14369 w 177764"/>
                  <a:gd name="csY10" fmla="*/ 0 h 244547"/>
                  <a:gd name="csX11" fmla="*/ 165555 w 177764"/>
                  <a:gd name="csY11" fmla="*/ 0 h 244547"/>
                  <a:gd name="csX12" fmla="*/ 174176 w 177764"/>
                  <a:gd name="csY12" fmla="*/ 3771 h 244547"/>
                  <a:gd name="csX13" fmla="*/ 177765 w 177764"/>
                  <a:gd name="csY13" fmla="*/ 12574 h 244547"/>
                  <a:gd name="csX14" fmla="*/ 174176 w 177764"/>
                  <a:gd name="csY14" fmla="*/ 21728 h 244547"/>
                  <a:gd name="csX15" fmla="*/ 165555 w 177764"/>
                  <a:gd name="csY15" fmla="*/ 25499 h 244547"/>
                  <a:gd name="csX16" fmla="*/ 28737 w 177764"/>
                  <a:gd name="csY16" fmla="*/ 25499 h 244547"/>
                  <a:gd name="csX17" fmla="*/ 28737 w 177764"/>
                  <a:gd name="csY17" fmla="*/ 109174 h 244547"/>
                  <a:gd name="csX18" fmla="*/ 146883 w 177764"/>
                  <a:gd name="csY18" fmla="*/ 109174 h 244547"/>
                  <a:gd name="csX19" fmla="*/ 155854 w 177764"/>
                  <a:gd name="csY19" fmla="*/ 112945 h 244547"/>
                  <a:gd name="csX20" fmla="*/ 159443 w 177764"/>
                  <a:gd name="csY20" fmla="*/ 122098 h 244547"/>
                  <a:gd name="csX21" fmla="*/ 155854 w 177764"/>
                  <a:gd name="csY21" fmla="*/ 130902 h 244547"/>
                  <a:gd name="csX22" fmla="*/ 146883 w 177764"/>
                  <a:gd name="csY22" fmla="*/ 134673 h 244547"/>
                  <a:gd name="csX23" fmla="*/ 28737 w 177764"/>
                  <a:gd name="csY23" fmla="*/ 134673 h 244547"/>
                  <a:gd name="csX24" fmla="*/ 28737 w 177764"/>
                  <a:gd name="csY24" fmla="*/ 219062 h 244547"/>
                  <a:gd name="csX25" fmla="*/ 165555 w 177764"/>
                  <a:gd name="csY25" fmla="*/ 219062 h 2445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77764" h="244547">
                    <a:moveTo>
                      <a:pt x="165555" y="219048"/>
                    </a:moveTo>
                    <a:cubicBezTo>
                      <a:pt x="168905" y="219048"/>
                      <a:pt x="171779" y="220310"/>
                      <a:pt x="174176" y="222819"/>
                    </a:cubicBezTo>
                    <a:cubicBezTo>
                      <a:pt x="176573" y="225328"/>
                      <a:pt x="177765" y="228384"/>
                      <a:pt x="177765" y="231973"/>
                    </a:cubicBezTo>
                    <a:cubicBezTo>
                      <a:pt x="177765" y="235323"/>
                      <a:pt x="176559" y="238253"/>
                      <a:pt x="174176" y="240776"/>
                    </a:cubicBezTo>
                    <a:cubicBezTo>
                      <a:pt x="171779" y="243286"/>
                      <a:pt x="168905" y="244547"/>
                      <a:pt x="165555" y="244547"/>
                    </a:cubicBezTo>
                    <a:lnTo>
                      <a:pt x="14369" y="244547"/>
                    </a:lnTo>
                    <a:cubicBezTo>
                      <a:pt x="10289" y="244547"/>
                      <a:pt x="6883" y="243173"/>
                      <a:pt x="4135" y="240412"/>
                    </a:cubicBezTo>
                    <a:cubicBezTo>
                      <a:pt x="1388" y="237664"/>
                      <a:pt x="0" y="234370"/>
                      <a:pt x="0" y="230543"/>
                    </a:cubicBezTo>
                    <a:lnTo>
                      <a:pt x="0" y="14004"/>
                    </a:lnTo>
                    <a:cubicBezTo>
                      <a:pt x="0" y="10177"/>
                      <a:pt x="1374" y="6883"/>
                      <a:pt x="4135" y="4135"/>
                    </a:cubicBezTo>
                    <a:cubicBezTo>
                      <a:pt x="6897" y="1388"/>
                      <a:pt x="10289" y="0"/>
                      <a:pt x="14369" y="0"/>
                    </a:cubicBezTo>
                    <a:lnTo>
                      <a:pt x="165555" y="0"/>
                    </a:lnTo>
                    <a:cubicBezTo>
                      <a:pt x="168905" y="0"/>
                      <a:pt x="171779" y="1262"/>
                      <a:pt x="174176" y="3771"/>
                    </a:cubicBezTo>
                    <a:cubicBezTo>
                      <a:pt x="176573" y="6280"/>
                      <a:pt x="177765" y="9224"/>
                      <a:pt x="177765" y="12574"/>
                    </a:cubicBezTo>
                    <a:cubicBezTo>
                      <a:pt x="177765" y="16163"/>
                      <a:pt x="176559" y="19219"/>
                      <a:pt x="174176" y="21728"/>
                    </a:cubicBezTo>
                    <a:cubicBezTo>
                      <a:pt x="171779" y="24237"/>
                      <a:pt x="168905" y="25499"/>
                      <a:pt x="165555" y="25499"/>
                    </a:cubicBezTo>
                    <a:lnTo>
                      <a:pt x="28737" y="25499"/>
                    </a:lnTo>
                    <a:lnTo>
                      <a:pt x="28737" y="109174"/>
                    </a:lnTo>
                    <a:lnTo>
                      <a:pt x="146883" y="109174"/>
                    </a:lnTo>
                    <a:cubicBezTo>
                      <a:pt x="150471" y="109174"/>
                      <a:pt x="153471" y="110435"/>
                      <a:pt x="155854" y="112945"/>
                    </a:cubicBezTo>
                    <a:cubicBezTo>
                      <a:pt x="158251" y="115454"/>
                      <a:pt x="159443" y="118510"/>
                      <a:pt x="159443" y="122098"/>
                    </a:cubicBezTo>
                    <a:cubicBezTo>
                      <a:pt x="159443" y="125449"/>
                      <a:pt x="158237" y="128379"/>
                      <a:pt x="155854" y="130902"/>
                    </a:cubicBezTo>
                    <a:cubicBezTo>
                      <a:pt x="153457" y="133411"/>
                      <a:pt x="150471" y="134673"/>
                      <a:pt x="146883" y="134673"/>
                    </a:cubicBezTo>
                    <a:lnTo>
                      <a:pt x="28737" y="134673"/>
                    </a:lnTo>
                    <a:lnTo>
                      <a:pt x="28737" y="219062"/>
                    </a:lnTo>
                    <a:lnTo>
                      <a:pt x="165555" y="219062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A097810-AA37-EACE-A8B6-F37043373C72}"/>
                  </a:ext>
                </a:extLst>
              </p:cNvPr>
              <p:cNvSpPr/>
              <p:nvPr/>
            </p:nvSpPr>
            <p:spPr>
              <a:xfrm>
                <a:off x="2432523" y="1187136"/>
                <a:ext cx="156176" cy="169157"/>
              </a:xfrm>
              <a:custGeom>
                <a:avLst/>
                <a:gdLst>
                  <a:gd name="csX0" fmla="*/ 152237 w 156176"/>
                  <a:gd name="csY0" fmla="*/ 165204 h 169157"/>
                  <a:gd name="csX1" fmla="*/ 142186 w 156176"/>
                  <a:gd name="csY1" fmla="*/ 169157 h 169157"/>
                  <a:gd name="csX2" fmla="*/ 133747 w 156176"/>
                  <a:gd name="csY2" fmla="*/ 166816 h 169157"/>
                  <a:gd name="csX3" fmla="*/ 127103 w 156176"/>
                  <a:gd name="csY3" fmla="*/ 160172 h 169157"/>
                  <a:gd name="csX4" fmla="*/ 77913 w 156176"/>
                  <a:gd name="csY4" fmla="*/ 101646 h 169157"/>
                  <a:gd name="csX5" fmla="*/ 27644 w 156176"/>
                  <a:gd name="csY5" fmla="*/ 161616 h 169157"/>
                  <a:gd name="csX6" fmla="*/ 21546 w 156176"/>
                  <a:gd name="csY6" fmla="*/ 167181 h 169157"/>
                  <a:gd name="csX7" fmla="*/ 14004 w 156176"/>
                  <a:gd name="csY7" fmla="*/ 169157 h 169157"/>
                  <a:gd name="csX8" fmla="*/ 3953 w 156176"/>
                  <a:gd name="csY8" fmla="*/ 165387 h 169157"/>
                  <a:gd name="csX9" fmla="*/ 0 w 156176"/>
                  <a:gd name="csY9" fmla="*/ 155868 h 169157"/>
                  <a:gd name="csX10" fmla="*/ 1430 w 156176"/>
                  <a:gd name="csY10" fmla="*/ 150303 h 169157"/>
                  <a:gd name="csX11" fmla="*/ 4836 w 156176"/>
                  <a:gd name="csY11" fmla="*/ 145817 h 169157"/>
                  <a:gd name="csX12" fmla="*/ 7528 w 156176"/>
                  <a:gd name="csY12" fmla="*/ 142943 h 169157"/>
                  <a:gd name="csX13" fmla="*/ 60671 w 156176"/>
                  <a:gd name="csY13" fmla="*/ 82609 h 169157"/>
                  <a:gd name="csX14" fmla="*/ 8958 w 156176"/>
                  <a:gd name="csY14" fmla="*/ 24069 h 169157"/>
                  <a:gd name="csX15" fmla="*/ 6617 w 156176"/>
                  <a:gd name="csY15" fmla="*/ 21195 h 169157"/>
                  <a:gd name="csX16" fmla="*/ 4107 w 156176"/>
                  <a:gd name="csY16" fmla="*/ 17242 h 169157"/>
                  <a:gd name="csX17" fmla="*/ 3210 w 156176"/>
                  <a:gd name="csY17" fmla="*/ 13289 h 169157"/>
                  <a:gd name="csX18" fmla="*/ 7163 w 156176"/>
                  <a:gd name="csY18" fmla="*/ 3771 h 169157"/>
                  <a:gd name="csX19" fmla="*/ 17214 w 156176"/>
                  <a:gd name="csY19" fmla="*/ 0 h 169157"/>
                  <a:gd name="csX20" fmla="*/ 30854 w 156176"/>
                  <a:gd name="csY20" fmla="*/ 7542 h 169157"/>
                  <a:gd name="csX21" fmla="*/ 77899 w 156176"/>
                  <a:gd name="csY21" fmla="*/ 63923 h 169157"/>
                  <a:gd name="csX22" fmla="*/ 125295 w 156176"/>
                  <a:gd name="csY22" fmla="*/ 7906 h 169157"/>
                  <a:gd name="csX23" fmla="*/ 131392 w 156176"/>
                  <a:gd name="csY23" fmla="*/ 1977 h 169157"/>
                  <a:gd name="csX24" fmla="*/ 138570 w 156176"/>
                  <a:gd name="csY24" fmla="*/ 0 h 169157"/>
                  <a:gd name="csX25" fmla="*/ 148088 w 156176"/>
                  <a:gd name="csY25" fmla="*/ 3771 h 169157"/>
                  <a:gd name="csX26" fmla="*/ 151859 w 156176"/>
                  <a:gd name="csY26" fmla="*/ 12574 h 169157"/>
                  <a:gd name="csX27" fmla="*/ 150780 w 156176"/>
                  <a:gd name="csY27" fmla="*/ 17775 h 169157"/>
                  <a:gd name="csX28" fmla="*/ 146826 w 156176"/>
                  <a:gd name="csY28" fmla="*/ 22976 h 169157"/>
                  <a:gd name="csX29" fmla="*/ 94763 w 156176"/>
                  <a:gd name="csY29" fmla="*/ 81151 h 169157"/>
                  <a:gd name="csX30" fmla="*/ 150429 w 156176"/>
                  <a:gd name="csY30" fmla="*/ 144710 h 169157"/>
                  <a:gd name="csX31" fmla="*/ 154915 w 156176"/>
                  <a:gd name="csY31" fmla="*/ 150639 h 169157"/>
                  <a:gd name="csX32" fmla="*/ 156176 w 156176"/>
                  <a:gd name="csY32" fmla="*/ 155840 h 169157"/>
                  <a:gd name="csX33" fmla="*/ 152223 w 156176"/>
                  <a:gd name="csY33" fmla="*/ 165176 h 1691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156176" h="169157">
                    <a:moveTo>
                      <a:pt x="152237" y="165204"/>
                    </a:moveTo>
                    <a:cubicBezTo>
                      <a:pt x="149602" y="167840"/>
                      <a:pt x="146252" y="169157"/>
                      <a:pt x="142186" y="169157"/>
                    </a:cubicBezTo>
                    <a:cubicBezTo>
                      <a:pt x="138836" y="169157"/>
                      <a:pt x="136018" y="168372"/>
                      <a:pt x="133747" y="166816"/>
                    </a:cubicBezTo>
                    <a:cubicBezTo>
                      <a:pt x="131476" y="165260"/>
                      <a:pt x="129262" y="163045"/>
                      <a:pt x="127103" y="160172"/>
                    </a:cubicBezTo>
                    <a:lnTo>
                      <a:pt x="77913" y="101646"/>
                    </a:lnTo>
                    <a:lnTo>
                      <a:pt x="27644" y="161616"/>
                    </a:lnTo>
                    <a:cubicBezTo>
                      <a:pt x="25485" y="164013"/>
                      <a:pt x="23452" y="165863"/>
                      <a:pt x="21546" y="167181"/>
                    </a:cubicBezTo>
                    <a:cubicBezTo>
                      <a:pt x="19625" y="168499"/>
                      <a:pt x="17116" y="169157"/>
                      <a:pt x="14004" y="169157"/>
                    </a:cubicBezTo>
                    <a:cubicBezTo>
                      <a:pt x="9925" y="169157"/>
                      <a:pt x="6588" y="167896"/>
                      <a:pt x="3953" y="165387"/>
                    </a:cubicBezTo>
                    <a:cubicBezTo>
                      <a:pt x="1318" y="162877"/>
                      <a:pt x="0" y="159709"/>
                      <a:pt x="0" y="155868"/>
                    </a:cubicBezTo>
                    <a:cubicBezTo>
                      <a:pt x="0" y="153709"/>
                      <a:pt x="477" y="151859"/>
                      <a:pt x="1430" y="150303"/>
                    </a:cubicBezTo>
                    <a:cubicBezTo>
                      <a:pt x="2383" y="148747"/>
                      <a:pt x="3519" y="147247"/>
                      <a:pt x="4836" y="145817"/>
                    </a:cubicBezTo>
                    <a:cubicBezTo>
                      <a:pt x="6154" y="144373"/>
                      <a:pt x="7051" y="143420"/>
                      <a:pt x="7528" y="142943"/>
                    </a:cubicBezTo>
                    <a:lnTo>
                      <a:pt x="60671" y="82609"/>
                    </a:lnTo>
                    <a:lnTo>
                      <a:pt x="8958" y="24069"/>
                    </a:lnTo>
                    <a:cubicBezTo>
                      <a:pt x="8481" y="23593"/>
                      <a:pt x="7696" y="22639"/>
                      <a:pt x="6617" y="21195"/>
                    </a:cubicBezTo>
                    <a:cubicBezTo>
                      <a:pt x="5537" y="19752"/>
                      <a:pt x="4696" y="18448"/>
                      <a:pt x="4107" y="17242"/>
                    </a:cubicBezTo>
                    <a:cubicBezTo>
                      <a:pt x="3505" y="16051"/>
                      <a:pt x="3210" y="14733"/>
                      <a:pt x="3210" y="13289"/>
                    </a:cubicBezTo>
                    <a:cubicBezTo>
                      <a:pt x="3210" y="9462"/>
                      <a:pt x="4528" y="6280"/>
                      <a:pt x="7163" y="3771"/>
                    </a:cubicBezTo>
                    <a:cubicBezTo>
                      <a:pt x="9799" y="1262"/>
                      <a:pt x="13149" y="0"/>
                      <a:pt x="17214" y="0"/>
                    </a:cubicBezTo>
                    <a:cubicBezTo>
                      <a:pt x="22247" y="0"/>
                      <a:pt x="26789" y="2509"/>
                      <a:pt x="30854" y="7542"/>
                    </a:cubicBezTo>
                    <a:lnTo>
                      <a:pt x="77899" y="63923"/>
                    </a:lnTo>
                    <a:lnTo>
                      <a:pt x="125295" y="7906"/>
                    </a:lnTo>
                    <a:cubicBezTo>
                      <a:pt x="127453" y="5271"/>
                      <a:pt x="129486" y="3294"/>
                      <a:pt x="131392" y="1977"/>
                    </a:cubicBezTo>
                    <a:cubicBezTo>
                      <a:pt x="133313" y="659"/>
                      <a:pt x="135696" y="0"/>
                      <a:pt x="138570" y="0"/>
                    </a:cubicBezTo>
                    <a:cubicBezTo>
                      <a:pt x="142397" y="0"/>
                      <a:pt x="145579" y="1262"/>
                      <a:pt x="148088" y="3771"/>
                    </a:cubicBezTo>
                    <a:cubicBezTo>
                      <a:pt x="150597" y="6280"/>
                      <a:pt x="151859" y="9224"/>
                      <a:pt x="151859" y="12574"/>
                    </a:cubicBezTo>
                    <a:cubicBezTo>
                      <a:pt x="151859" y="14495"/>
                      <a:pt x="151494" y="16233"/>
                      <a:pt x="150780" y="17775"/>
                    </a:cubicBezTo>
                    <a:cubicBezTo>
                      <a:pt x="150065" y="19331"/>
                      <a:pt x="148747" y="21069"/>
                      <a:pt x="146826" y="22976"/>
                    </a:cubicBezTo>
                    <a:lnTo>
                      <a:pt x="94763" y="81151"/>
                    </a:lnTo>
                    <a:lnTo>
                      <a:pt x="150429" y="144710"/>
                    </a:lnTo>
                    <a:cubicBezTo>
                      <a:pt x="152588" y="147107"/>
                      <a:pt x="154074" y="149083"/>
                      <a:pt x="154915" y="150639"/>
                    </a:cubicBezTo>
                    <a:cubicBezTo>
                      <a:pt x="155756" y="152195"/>
                      <a:pt x="156176" y="153934"/>
                      <a:pt x="156176" y="155840"/>
                    </a:cubicBezTo>
                    <a:cubicBezTo>
                      <a:pt x="156176" y="159429"/>
                      <a:pt x="154859" y="162541"/>
                      <a:pt x="152223" y="1651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637DDEA3-3BF1-A15D-7719-17D4A2428311}"/>
                  </a:ext>
                </a:extLst>
              </p:cNvPr>
              <p:cNvSpPr/>
              <p:nvPr/>
            </p:nvSpPr>
            <p:spPr>
              <a:xfrm>
                <a:off x="2600951" y="1187500"/>
                <a:ext cx="140392" cy="168792"/>
              </a:xfrm>
              <a:custGeom>
                <a:avLst/>
                <a:gdLst>
                  <a:gd name="csX0" fmla="*/ 136607 w 140392"/>
                  <a:gd name="csY0" fmla="*/ 29999 h 168792"/>
                  <a:gd name="csX1" fmla="*/ 128883 w 140392"/>
                  <a:gd name="csY1" fmla="*/ 33055 h 168792"/>
                  <a:gd name="csX2" fmla="*/ 122421 w 140392"/>
                  <a:gd name="csY2" fmla="*/ 31261 h 168792"/>
                  <a:gd name="csX3" fmla="*/ 116323 w 140392"/>
                  <a:gd name="csY3" fmla="*/ 28387 h 168792"/>
                  <a:gd name="csX4" fmla="*/ 87600 w 140392"/>
                  <a:gd name="csY4" fmla="*/ 22289 h 168792"/>
                  <a:gd name="csX5" fmla="*/ 61568 w 140392"/>
                  <a:gd name="csY5" fmla="*/ 27672 h 168792"/>
                  <a:gd name="csX6" fmla="*/ 40919 w 140392"/>
                  <a:gd name="csY6" fmla="*/ 43106 h 168792"/>
                  <a:gd name="csX7" fmla="*/ 26551 w 140392"/>
                  <a:gd name="csY7" fmla="*/ 84039 h 168792"/>
                  <a:gd name="csX8" fmla="*/ 43064 w 140392"/>
                  <a:gd name="csY8" fmla="*/ 129640 h 168792"/>
                  <a:gd name="csX9" fmla="*/ 87950 w 140392"/>
                  <a:gd name="csY9" fmla="*/ 146883 h 168792"/>
                  <a:gd name="csX10" fmla="*/ 117402 w 140392"/>
                  <a:gd name="csY10" fmla="*/ 141850 h 168792"/>
                  <a:gd name="csX11" fmla="*/ 123865 w 140392"/>
                  <a:gd name="csY11" fmla="*/ 138612 h 168792"/>
                  <a:gd name="csX12" fmla="*/ 129977 w 140392"/>
                  <a:gd name="csY12" fmla="*/ 136817 h 168792"/>
                  <a:gd name="csX13" fmla="*/ 137336 w 140392"/>
                  <a:gd name="csY13" fmla="*/ 140056 h 168792"/>
                  <a:gd name="csX14" fmla="*/ 140392 w 140392"/>
                  <a:gd name="csY14" fmla="*/ 147597 h 168792"/>
                  <a:gd name="csX15" fmla="*/ 136804 w 140392"/>
                  <a:gd name="csY15" fmla="*/ 155504 h 168792"/>
                  <a:gd name="csX16" fmla="*/ 125309 w 140392"/>
                  <a:gd name="csY16" fmla="*/ 161966 h 168792"/>
                  <a:gd name="csX17" fmla="*/ 87249 w 140392"/>
                  <a:gd name="csY17" fmla="*/ 168793 h 168792"/>
                  <a:gd name="csX18" fmla="*/ 50269 w 140392"/>
                  <a:gd name="csY18" fmla="*/ 162513 h 168792"/>
                  <a:gd name="csX19" fmla="*/ 22261 w 140392"/>
                  <a:gd name="csY19" fmla="*/ 144373 h 168792"/>
                  <a:gd name="csX20" fmla="*/ 0 w 140392"/>
                  <a:gd name="csY20" fmla="*/ 84039 h 168792"/>
                  <a:gd name="csX21" fmla="*/ 4850 w 140392"/>
                  <a:gd name="csY21" fmla="*/ 54587 h 168792"/>
                  <a:gd name="csX22" fmla="*/ 18322 w 140392"/>
                  <a:gd name="csY22" fmla="*/ 30532 h 168792"/>
                  <a:gd name="csX23" fmla="*/ 48671 w 140392"/>
                  <a:gd name="csY23" fmla="*/ 7906 h 168792"/>
                  <a:gd name="csX24" fmla="*/ 87628 w 140392"/>
                  <a:gd name="csY24" fmla="*/ 0 h 168792"/>
                  <a:gd name="csX25" fmla="*/ 127481 w 140392"/>
                  <a:gd name="csY25" fmla="*/ 8621 h 168792"/>
                  <a:gd name="csX26" fmla="*/ 136818 w 140392"/>
                  <a:gd name="csY26" fmla="*/ 14901 h 168792"/>
                  <a:gd name="csX27" fmla="*/ 139691 w 140392"/>
                  <a:gd name="csY27" fmla="*/ 22625 h 168792"/>
                  <a:gd name="csX28" fmla="*/ 136635 w 140392"/>
                  <a:gd name="csY28" fmla="*/ 29985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140392" h="168792">
                    <a:moveTo>
                      <a:pt x="136607" y="29999"/>
                    </a:moveTo>
                    <a:cubicBezTo>
                      <a:pt x="134575" y="32032"/>
                      <a:pt x="131995" y="33055"/>
                      <a:pt x="128883" y="33055"/>
                    </a:cubicBezTo>
                    <a:cubicBezTo>
                      <a:pt x="126963" y="33055"/>
                      <a:pt x="124804" y="32466"/>
                      <a:pt x="122421" y="31261"/>
                    </a:cubicBezTo>
                    <a:cubicBezTo>
                      <a:pt x="120024" y="30069"/>
                      <a:pt x="117991" y="29102"/>
                      <a:pt x="116323" y="28387"/>
                    </a:cubicBezTo>
                    <a:cubicBezTo>
                      <a:pt x="107463" y="24322"/>
                      <a:pt x="97889" y="22289"/>
                      <a:pt x="87600" y="22289"/>
                    </a:cubicBezTo>
                    <a:cubicBezTo>
                      <a:pt x="78264" y="22289"/>
                      <a:pt x="69586" y="24083"/>
                      <a:pt x="61568" y="27672"/>
                    </a:cubicBezTo>
                    <a:cubicBezTo>
                      <a:pt x="53550" y="31261"/>
                      <a:pt x="46667" y="36419"/>
                      <a:pt x="40919" y="43106"/>
                    </a:cubicBezTo>
                    <a:cubicBezTo>
                      <a:pt x="31345" y="54124"/>
                      <a:pt x="26551" y="67764"/>
                      <a:pt x="26551" y="84039"/>
                    </a:cubicBezTo>
                    <a:cubicBezTo>
                      <a:pt x="26551" y="102711"/>
                      <a:pt x="32060" y="117921"/>
                      <a:pt x="43064" y="129640"/>
                    </a:cubicBezTo>
                    <a:cubicBezTo>
                      <a:pt x="54068" y="141135"/>
                      <a:pt x="69040" y="146883"/>
                      <a:pt x="87950" y="146883"/>
                    </a:cubicBezTo>
                    <a:cubicBezTo>
                      <a:pt x="99683" y="146883"/>
                      <a:pt x="109496" y="145214"/>
                      <a:pt x="117402" y="141850"/>
                    </a:cubicBezTo>
                    <a:cubicBezTo>
                      <a:pt x="119561" y="140897"/>
                      <a:pt x="121706" y="139817"/>
                      <a:pt x="123865" y="138612"/>
                    </a:cubicBezTo>
                    <a:cubicBezTo>
                      <a:pt x="126024" y="137420"/>
                      <a:pt x="128056" y="136817"/>
                      <a:pt x="129977" y="136817"/>
                    </a:cubicBezTo>
                    <a:cubicBezTo>
                      <a:pt x="132850" y="136817"/>
                      <a:pt x="135304" y="137897"/>
                      <a:pt x="137336" y="140056"/>
                    </a:cubicBezTo>
                    <a:cubicBezTo>
                      <a:pt x="139369" y="142214"/>
                      <a:pt x="140392" y="144724"/>
                      <a:pt x="140392" y="147597"/>
                    </a:cubicBezTo>
                    <a:cubicBezTo>
                      <a:pt x="140392" y="150709"/>
                      <a:pt x="139187" y="153345"/>
                      <a:pt x="136804" y="155504"/>
                    </a:cubicBezTo>
                    <a:cubicBezTo>
                      <a:pt x="134406" y="157663"/>
                      <a:pt x="130579" y="159807"/>
                      <a:pt x="125309" y="161966"/>
                    </a:cubicBezTo>
                    <a:cubicBezTo>
                      <a:pt x="113575" y="166508"/>
                      <a:pt x="100889" y="168793"/>
                      <a:pt x="87249" y="168793"/>
                    </a:cubicBezTo>
                    <a:cubicBezTo>
                      <a:pt x="73610" y="168793"/>
                      <a:pt x="61274" y="166690"/>
                      <a:pt x="50269" y="162513"/>
                    </a:cubicBezTo>
                    <a:cubicBezTo>
                      <a:pt x="39251" y="158321"/>
                      <a:pt x="29915" y="152280"/>
                      <a:pt x="22261" y="144373"/>
                    </a:cubicBezTo>
                    <a:cubicBezTo>
                      <a:pt x="7416" y="128813"/>
                      <a:pt x="0" y="108711"/>
                      <a:pt x="0" y="84039"/>
                    </a:cubicBezTo>
                    <a:cubicBezTo>
                      <a:pt x="0" y="73511"/>
                      <a:pt x="1612" y="63699"/>
                      <a:pt x="4850" y="54587"/>
                    </a:cubicBezTo>
                    <a:cubicBezTo>
                      <a:pt x="8089" y="45489"/>
                      <a:pt x="12574" y="37471"/>
                      <a:pt x="18322" y="30532"/>
                    </a:cubicBezTo>
                    <a:cubicBezTo>
                      <a:pt x="26452" y="20719"/>
                      <a:pt x="36574" y="13177"/>
                      <a:pt x="48671" y="7906"/>
                    </a:cubicBezTo>
                    <a:cubicBezTo>
                      <a:pt x="60755" y="2649"/>
                      <a:pt x="73750" y="0"/>
                      <a:pt x="87628" y="0"/>
                    </a:cubicBezTo>
                    <a:cubicBezTo>
                      <a:pt x="102711" y="0"/>
                      <a:pt x="116000" y="2874"/>
                      <a:pt x="127481" y="8621"/>
                    </a:cubicBezTo>
                    <a:cubicBezTo>
                      <a:pt x="131785" y="10542"/>
                      <a:pt x="134897" y="12630"/>
                      <a:pt x="136818" y="14901"/>
                    </a:cubicBezTo>
                    <a:cubicBezTo>
                      <a:pt x="138724" y="17172"/>
                      <a:pt x="139691" y="19752"/>
                      <a:pt x="139691" y="22625"/>
                    </a:cubicBezTo>
                    <a:cubicBezTo>
                      <a:pt x="139691" y="25499"/>
                      <a:pt x="138668" y="27952"/>
                      <a:pt x="136635" y="299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237F05A8-C198-4393-A321-0FA3D54B2279}"/>
                  </a:ext>
                </a:extLst>
              </p:cNvPr>
              <p:cNvSpPr/>
              <p:nvPr/>
            </p:nvSpPr>
            <p:spPr>
              <a:xfrm>
                <a:off x="2757142" y="1187514"/>
                <a:ext cx="156919" cy="168792"/>
              </a:xfrm>
              <a:custGeom>
                <a:avLst/>
                <a:gdLst>
                  <a:gd name="csX0" fmla="*/ 147219 w 156919"/>
                  <a:gd name="csY0" fmla="*/ 135374 h 168792"/>
                  <a:gd name="csX1" fmla="*/ 150093 w 156919"/>
                  <a:gd name="csY1" fmla="*/ 142915 h 168792"/>
                  <a:gd name="csX2" fmla="*/ 147037 w 156919"/>
                  <a:gd name="csY2" fmla="*/ 149924 h 168792"/>
                  <a:gd name="csX3" fmla="*/ 136803 w 156919"/>
                  <a:gd name="csY3" fmla="*/ 156934 h 168792"/>
                  <a:gd name="csX4" fmla="*/ 113281 w 156919"/>
                  <a:gd name="csY4" fmla="*/ 165555 h 168792"/>
                  <a:gd name="csX5" fmla="*/ 85455 w 156919"/>
                  <a:gd name="csY5" fmla="*/ 168793 h 168792"/>
                  <a:gd name="csX6" fmla="*/ 49008 w 156919"/>
                  <a:gd name="csY6" fmla="*/ 161966 h 168792"/>
                  <a:gd name="csX7" fmla="*/ 21181 w 156919"/>
                  <a:gd name="csY7" fmla="*/ 142214 h 168792"/>
                  <a:gd name="csX8" fmla="*/ 5383 w 156919"/>
                  <a:gd name="csY8" fmla="*/ 115818 h 168792"/>
                  <a:gd name="csX9" fmla="*/ 0 w 156919"/>
                  <a:gd name="csY9" fmla="*/ 82245 h 168792"/>
                  <a:gd name="csX10" fmla="*/ 5565 w 156919"/>
                  <a:gd name="csY10" fmla="*/ 49919 h 168792"/>
                  <a:gd name="csX11" fmla="*/ 21546 w 156919"/>
                  <a:gd name="csY11" fmla="*/ 23705 h 168792"/>
                  <a:gd name="csX12" fmla="*/ 80801 w 156919"/>
                  <a:gd name="csY12" fmla="*/ 0 h 168792"/>
                  <a:gd name="csX13" fmla="*/ 113113 w 156919"/>
                  <a:gd name="csY13" fmla="*/ 5930 h 168792"/>
                  <a:gd name="csX14" fmla="*/ 137168 w 156919"/>
                  <a:gd name="csY14" fmla="*/ 22625 h 168792"/>
                  <a:gd name="csX15" fmla="*/ 156920 w 156919"/>
                  <a:gd name="csY15" fmla="*/ 75418 h 168792"/>
                  <a:gd name="csX16" fmla="*/ 153149 w 156919"/>
                  <a:gd name="csY16" fmla="*/ 86913 h 168792"/>
                  <a:gd name="csX17" fmla="*/ 142915 w 156919"/>
                  <a:gd name="csY17" fmla="*/ 91581 h 168792"/>
                  <a:gd name="csX18" fmla="*/ 27279 w 156919"/>
                  <a:gd name="csY18" fmla="*/ 91581 h 168792"/>
                  <a:gd name="csX19" fmla="*/ 41283 w 156919"/>
                  <a:gd name="csY19" fmla="*/ 127495 h 168792"/>
                  <a:gd name="csX20" fmla="*/ 60853 w 156919"/>
                  <a:gd name="csY20" fmla="*/ 142046 h 168792"/>
                  <a:gd name="csX21" fmla="*/ 86534 w 156919"/>
                  <a:gd name="csY21" fmla="*/ 147247 h 168792"/>
                  <a:gd name="csX22" fmla="*/ 125323 w 156919"/>
                  <a:gd name="csY22" fmla="*/ 138626 h 168792"/>
                  <a:gd name="csX23" fmla="*/ 132332 w 156919"/>
                  <a:gd name="csY23" fmla="*/ 134673 h 168792"/>
                  <a:gd name="csX24" fmla="*/ 140056 w 156919"/>
                  <a:gd name="csY24" fmla="*/ 132163 h 168792"/>
                  <a:gd name="csX25" fmla="*/ 147233 w 156919"/>
                  <a:gd name="csY25" fmla="*/ 135402 h 168792"/>
                  <a:gd name="csX26" fmla="*/ 131420 w 156919"/>
                  <a:gd name="csY26" fmla="*/ 72530 h 168792"/>
                  <a:gd name="csX27" fmla="*/ 118131 w 156919"/>
                  <a:gd name="csY27" fmla="*/ 36980 h 168792"/>
                  <a:gd name="csX28" fmla="*/ 101968 w 156919"/>
                  <a:gd name="csY28" fmla="*/ 25485 h 168792"/>
                  <a:gd name="csX29" fmla="*/ 80787 w 156919"/>
                  <a:gd name="csY29" fmla="*/ 21181 h 168792"/>
                  <a:gd name="csX30" fmla="*/ 40204 w 156919"/>
                  <a:gd name="csY30" fmla="*/ 38424 h 168792"/>
                  <a:gd name="csX31" fmla="*/ 27279 w 156919"/>
                  <a:gd name="csY31" fmla="*/ 72544 h 168792"/>
                  <a:gd name="csX32" fmla="*/ 131420 w 156919"/>
                  <a:gd name="csY32" fmla="*/ 72544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56919" h="168792">
                    <a:moveTo>
                      <a:pt x="147219" y="135374"/>
                    </a:moveTo>
                    <a:cubicBezTo>
                      <a:pt x="149125" y="137532"/>
                      <a:pt x="150093" y="140042"/>
                      <a:pt x="150093" y="142915"/>
                    </a:cubicBezTo>
                    <a:cubicBezTo>
                      <a:pt x="150093" y="145551"/>
                      <a:pt x="149069" y="147892"/>
                      <a:pt x="147037" y="149924"/>
                    </a:cubicBezTo>
                    <a:cubicBezTo>
                      <a:pt x="145004" y="151957"/>
                      <a:pt x="141584" y="154298"/>
                      <a:pt x="136803" y="156934"/>
                    </a:cubicBezTo>
                    <a:cubicBezTo>
                      <a:pt x="130103" y="160522"/>
                      <a:pt x="122253" y="163396"/>
                      <a:pt x="113281" y="165555"/>
                    </a:cubicBezTo>
                    <a:cubicBezTo>
                      <a:pt x="104309" y="167714"/>
                      <a:pt x="95029" y="168793"/>
                      <a:pt x="85455" y="168793"/>
                    </a:cubicBezTo>
                    <a:cubicBezTo>
                      <a:pt x="72039" y="168793"/>
                      <a:pt x="59900" y="166522"/>
                      <a:pt x="49008" y="161966"/>
                    </a:cubicBezTo>
                    <a:cubicBezTo>
                      <a:pt x="38116" y="157424"/>
                      <a:pt x="28836" y="150836"/>
                      <a:pt x="21181" y="142214"/>
                    </a:cubicBezTo>
                    <a:cubicBezTo>
                      <a:pt x="14228" y="134799"/>
                      <a:pt x="8972" y="125995"/>
                      <a:pt x="5383" y="115818"/>
                    </a:cubicBezTo>
                    <a:cubicBezTo>
                      <a:pt x="1794" y="105641"/>
                      <a:pt x="0" y="94455"/>
                      <a:pt x="0" y="82245"/>
                    </a:cubicBezTo>
                    <a:cubicBezTo>
                      <a:pt x="0" y="70750"/>
                      <a:pt x="1850" y="59984"/>
                      <a:pt x="5565" y="49919"/>
                    </a:cubicBezTo>
                    <a:cubicBezTo>
                      <a:pt x="9280" y="39868"/>
                      <a:pt x="14593" y="31134"/>
                      <a:pt x="21546" y="23705"/>
                    </a:cubicBezTo>
                    <a:cubicBezTo>
                      <a:pt x="36153" y="7906"/>
                      <a:pt x="55891" y="0"/>
                      <a:pt x="80801" y="0"/>
                    </a:cubicBezTo>
                    <a:cubicBezTo>
                      <a:pt x="92772" y="0"/>
                      <a:pt x="103538" y="1977"/>
                      <a:pt x="113113" y="5930"/>
                    </a:cubicBezTo>
                    <a:cubicBezTo>
                      <a:pt x="122687" y="9883"/>
                      <a:pt x="130706" y="15448"/>
                      <a:pt x="137168" y="22625"/>
                    </a:cubicBezTo>
                    <a:cubicBezTo>
                      <a:pt x="150331" y="36517"/>
                      <a:pt x="156920" y="54110"/>
                      <a:pt x="156920" y="75418"/>
                    </a:cubicBezTo>
                    <a:cubicBezTo>
                      <a:pt x="156920" y="79974"/>
                      <a:pt x="155658" y="83801"/>
                      <a:pt x="153149" y="86913"/>
                    </a:cubicBezTo>
                    <a:cubicBezTo>
                      <a:pt x="150639" y="90025"/>
                      <a:pt x="147219" y="91581"/>
                      <a:pt x="142915" y="91581"/>
                    </a:cubicBezTo>
                    <a:lnTo>
                      <a:pt x="27279" y="91581"/>
                    </a:lnTo>
                    <a:cubicBezTo>
                      <a:pt x="28709" y="106188"/>
                      <a:pt x="33377" y="118159"/>
                      <a:pt x="41283" y="127495"/>
                    </a:cubicBezTo>
                    <a:cubicBezTo>
                      <a:pt x="46540" y="133719"/>
                      <a:pt x="53073" y="138570"/>
                      <a:pt x="60853" y="142046"/>
                    </a:cubicBezTo>
                    <a:cubicBezTo>
                      <a:pt x="68633" y="145523"/>
                      <a:pt x="77198" y="147247"/>
                      <a:pt x="86534" y="147247"/>
                    </a:cubicBezTo>
                    <a:cubicBezTo>
                      <a:pt x="101380" y="147247"/>
                      <a:pt x="114304" y="144373"/>
                      <a:pt x="125323" y="138626"/>
                    </a:cubicBezTo>
                    <a:cubicBezTo>
                      <a:pt x="126991" y="137673"/>
                      <a:pt x="129332" y="136355"/>
                      <a:pt x="132332" y="134673"/>
                    </a:cubicBezTo>
                    <a:cubicBezTo>
                      <a:pt x="135318" y="133005"/>
                      <a:pt x="137897" y="132163"/>
                      <a:pt x="140056" y="132163"/>
                    </a:cubicBezTo>
                    <a:cubicBezTo>
                      <a:pt x="142929" y="132163"/>
                      <a:pt x="145313" y="133243"/>
                      <a:pt x="147233" y="135402"/>
                    </a:cubicBezTo>
                    <a:close/>
                    <a:moveTo>
                      <a:pt x="131420" y="72530"/>
                    </a:moveTo>
                    <a:cubicBezTo>
                      <a:pt x="130706" y="57685"/>
                      <a:pt x="126276" y="45839"/>
                      <a:pt x="118131" y="36980"/>
                    </a:cubicBezTo>
                    <a:cubicBezTo>
                      <a:pt x="113828" y="32200"/>
                      <a:pt x="108431" y="28359"/>
                      <a:pt x="101968" y="25485"/>
                    </a:cubicBezTo>
                    <a:cubicBezTo>
                      <a:pt x="95506" y="22611"/>
                      <a:pt x="88441" y="21181"/>
                      <a:pt x="80787" y="21181"/>
                    </a:cubicBezTo>
                    <a:cubicBezTo>
                      <a:pt x="63544" y="21181"/>
                      <a:pt x="50017" y="26929"/>
                      <a:pt x="40204" y="38424"/>
                    </a:cubicBezTo>
                    <a:cubicBezTo>
                      <a:pt x="32789" y="46807"/>
                      <a:pt x="28471" y="58175"/>
                      <a:pt x="27279" y="72544"/>
                    </a:cubicBezTo>
                    <a:lnTo>
                      <a:pt x="131420" y="72544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8DDA5905-F42A-5918-5C5C-B2BFA7203FD1}"/>
                  </a:ext>
                </a:extLst>
              </p:cNvPr>
              <p:cNvSpPr/>
              <p:nvPr/>
            </p:nvSpPr>
            <p:spPr>
              <a:xfrm>
                <a:off x="2954994" y="1104919"/>
                <a:ext cx="26578" cy="251374"/>
              </a:xfrm>
              <a:custGeom>
                <a:avLst/>
                <a:gdLst>
                  <a:gd name="csX0" fmla="*/ 0 w 26578"/>
                  <a:gd name="csY0" fmla="*/ 12925 h 251374"/>
                  <a:gd name="csX1" fmla="*/ 3953 w 26578"/>
                  <a:gd name="csY1" fmla="*/ 3771 h 251374"/>
                  <a:gd name="csX2" fmla="*/ 13289 w 26578"/>
                  <a:gd name="csY2" fmla="*/ 0 h 251374"/>
                  <a:gd name="csX3" fmla="*/ 22625 w 26578"/>
                  <a:gd name="csY3" fmla="*/ 3771 h 251374"/>
                  <a:gd name="csX4" fmla="*/ 26578 w 26578"/>
                  <a:gd name="csY4" fmla="*/ 12925 h 251374"/>
                  <a:gd name="csX5" fmla="*/ 26578 w 26578"/>
                  <a:gd name="csY5" fmla="*/ 238800 h 251374"/>
                  <a:gd name="csX6" fmla="*/ 22625 w 26578"/>
                  <a:gd name="csY6" fmla="*/ 247603 h 251374"/>
                  <a:gd name="csX7" fmla="*/ 13289 w 26578"/>
                  <a:gd name="csY7" fmla="*/ 251374 h 251374"/>
                  <a:gd name="csX8" fmla="*/ 3953 w 26578"/>
                  <a:gd name="csY8" fmla="*/ 247603 h 251374"/>
                  <a:gd name="csX9" fmla="*/ 0 w 26578"/>
                  <a:gd name="csY9" fmla="*/ 238800 h 251374"/>
                  <a:gd name="csX10" fmla="*/ 0 w 26578"/>
                  <a:gd name="csY10" fmla="*/ 12925 h 2513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578" h="251374">
                    <a:moveTo>
                      <a:pt x="0" y="12925"/>
                    </a:moveTo>
                    <a:cubicBezTo>
                      <a:pt x="0" y="9336"/>
                      <a:pt x="1318" y="6280"/>
                      <a:pt x="3953" y="3771"/>
                    </a:cubicBezTo>
                    <a:cubicBezTo>
                      <a:pt x="6588" y="1262"/>
                      <a:pt x="9701" y="0"/>
                      <a:pt x="13289" y="0"/>
                    </a:cubicBezTo>
                    <a:cubicBezTo>
                      <a:pt x="16878" y="0"/>
                      <a:pt x="19990" y="1262"/>
                      <a:pt x="22625" y="3771"/>
                    </a:cubicBezTo>
                    <a:cubicBezTo>
                      <a:pt x="25261" y="6280"/>
                      <a:pt x="26578" y="9336"/>
                      <a:pt x="26578" y="12925"/>
                    </a:cubicBezTo>
                    <a:lnTo>
                      <a:pt x="26578" y="238800"/>
                    </a:lnTo>
                    <a:cubicBezTo>
                      <a:pt x="26578" y="242150"/>
                      <a:pt x="25261" y="245080"/>
                      <a:pt x="22625" y="247603"/>
                    </a:cubicBezTo>
                    <a:cubicBezTo>
                      <a:pt x="19990" y="250112"/>
                      <a:pt x="16878" y="251374"/>
                      <a:pt x="13289" y="251374"/>
                    </a:cubicBezTo>
                    <a:cubicBezTo>
                      <a:pt x="9701" y="251374"/>
                      <a:pt x="6588" y="250112"/>
                      <a:pt x="3953" y="247603"/>
                    </a:cubicBezTo>
                    <a:cubicBezTo>
                      <a:pt x="1318" y="245094"/>
                      <a:pt x="0" y="242164"/>
                      <a:pt x="0" y="238800"/>
                    </a:cubicBezTo>
                    <a:lnTo>
                      <a:pt x="0" y="12925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DCCBD9B6-D9B6-65C3-6591-AEDA6EE17E07}"/>
                  </a:ext>
                </a:extLst>
              </p:cNvPr>
              <p:cNvSpPr/>
              <p:nvPr/>
            </p:nvSpPr>
            <p:spPr>
              <a:xfrm>
                <a:off x="3033272" y="1104919"/>
                <a:ext cx="26578" cy="251374"/>
              </a:xfrm>
              <a:custGeom>
                <a:avLst/>
                <a:gdLst>
                  <a:gd name="csX0" fmla="*/ 0 w 26578"/>
                  <a:gd name="csY0" fmla="*/ 12925 h 251374"/>
                  <a:gd name="csX1" fmla="*/ 3953 w 26578"/>
                  <a:gd name="csY1" fmla="*/ 3771 h 251374"/>
                  <a:gd name="csX2" fmla="*/ 13289 w 26578"/>
                  <a:gd name="csY2" fmla="*/ 0 h 251374"/>
                  <a:gd name="csX3" fmla="*/ 22625 w 26578"/>
                  <a:gd name="csY3" fmla="*/ 3771 h 251374"/>
                  <a:gd name="csX4" fmla="*/ 26579 w 26578"/>
                  <a:gd name="csY4" fmla="*/ 12925 h 251374"/>
                  <a:gd name="csX5" fmla="*/ 26579 w 26578"/>
                  <a:gd name="csY5" fmla="*/ 238800 h 251374"/>
                  <a:gd name="csX6" fmla="*/ 22625 w 26578"/>
                  <a:gd name="csY6" fmla="*/ 247603 h 251374"/>
                  <a:gd name="csX7" fmla="*/ 13289 w 26578"/>
                  <a:gd name="csY7" fmla="*/ 251374 h 251374"/>
                  <a:gd name="csX8" fmla="*/ 3953 w 26578"/>
                  <a:gd name="csY8" fmla="*/ 247603 h 251374"/>
                  <a:gd name="csX9" fmla="*/ 0 w 26578"/>
                  <a:gd name="csY9" fmla="*/ 238800 h 251374"/>
                  <a:gd name="csX10" fmla="*/ 0 w 26578"/>
                  <a:gd name="csY10" fmla="*/ 12925 h 2513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578" h="251374">
                    <a:moveTo>
                      <a:pt x="0" y="12925"/>
                    </a:moveTo>
                    <a:cubicBezTo>
                      <a:pt x="0" y="9336"/>
                      <a:pt x="1318" y="6280"/>
                      <a:pt x="3953" y="3771"/>
                    </a:cubicBezTo>
                    <a:cubicBezTo>
                      <a:pt x="6589" y="1262"/>
                      <a:pt x="9701" y="0"/>
                      <a:pt x="13289" y="0"/>
                    </a:cubicBezTo>
                    <a:cubicBezTo>
                      <a:pt x="16878" y="0"/>
                      <a:pt x="19990" y="1262"/>
                      <a:pt x="22625" y="3771"/>
                    </a:cubicBezTo>
                    <a:cubicBezTo>
                      <a:pt x="25261" y="6280"/>
                      <a:pt x="26579" y="9336"/>
                      <a:pt x="26579" y="12925"/>
                    </a:cubicBezTo>
                    <a:lnTo>
                      <a:pt x="26579" y="238800"/>
                    </a:lnTo>
                    <a:cubicBezTo>
                      <a:pt x="26579" y="242150"/>
                      <a:pt x="25261" y="245080"/>
                      <a:pt x="22625" y="247603"/>
                    </a:cubicBezTo>
                    <a:cubicBezTo>
                      <a:pt x="19990" y="250112"/>
                      <a:pt x="16878" y="251374"/>
                      <a:pt x="13289" y="251374"/>
                    </a:cubicBezTo>
                    <a:cubicBezTo>
                      <a:pt x="9701" y="251374"/>
                      <a:pt x="6589" y="250112"/>
                      <a:pt x="3953" y="247603"/>
                    </a:cubicBezTo>
                    <a:cubicBezTo>
                      <a:pt x="1318" y="245094"/>
                      <a:pt x="0" y="242164"/>
                      <a:pt x="0" y="238800"/>
                    </a:cubicBezTo>
                    <a:lnTo>
                      <a:pt x="0" y="12925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E7F105C9-006D-8BC3-E22E-159A64D12E77}"/>
                  </a:ext>
                </a:extLst>
              </p:cNvPr>
              <p:cNvSpPr/>
              <p:nvPr/>
            </p:nvSpPr>
            <p:spPr>
              <a:xfrm>
                <a:off x="3101863" y="1187514"/>
                <a:ext cx="156919" cy="168792"/>
              </a:xfrm>
              <a:custGeom>
                <a:avLst/>
                <a:gdLst>
                  <a:gd name="csX0" fmla="*/ 147219 w 156919"/>
                  <a:gd name="csY0" fmla="*/ 135374 h 168792"/>
                  <a:gd name="csX1" fmla="*/ 150093 w 156919"/>
                  <a:gd name="csY1" fmla="*/ 142915 h 168792"/>
                  <a:gd name="csX2" fmla="*/ 147037 w 156919"/>
                  <a:gd name="csY2" fmla="*/ 149924 h 168792"/>
                  <a:gd name="csX3" fmla="*/ 136803 w 156919"/>
                  <a:gd name="csY3" fmla="*/ 156934 h 168792"/>
                  <a:gd name="csX4" fmla="*/ 113281 w 156919"/>
                  <a:gd name="csY4" fmla="*/ 165555 h 168792"/>
                  <a:gd name="csX5" fmla="*/ 85455 w 156919"/>
                  <a:gd name="csY5" fmla="*/ 168793 h 168792"/>
                  <a:gd name="csX6" fmla="*/ 49008 w 156919"/>
                  <a:gd name="csY6" fmla="*/ 161966 h 168792"/>
                  <a:gd name="csX7" fmla="*/ 21181 w 156919"/>
                  <a:gd name="csY7" fmla="*/ 142214 h 168792"/>
                  <a:gd name="csX8" fmla="*/ 5383 w 156919"/>
                  <a:gd name="csY8" fmla="*/ 115818 h 168792"/>
                  <a:gd name="csX9" fmla="*/ 0 w 156919"/>
                  <a:gd name="csY9" fmla="*/ 82245 h 168792"/>
                  <a:gd name="csX10" fmla="*/ 5565 w 156919"/>
                  <a:gd name="csY10" fmla="*/ 49919 h 168792"/>
                  <a:gd name="csX11" fmla="*/ 21546 w 156919"/>
                  <a:gd name="csY11" fmla="*/ 23705 h 168792"/>
                  <a:gd name="csX12" fmla="*/ 80801 w 156919"/>
                  <a:gd name="csY12" fmla="*/ 0 h 168792"/>
                  <a:gd name="csX13" fmla="*/ 113113 w 156919"/>
                  <a:gd name="csY13" fmla="*/ 5930 h 168792"/>
                  <a:gd name="csX14" fmla="*/ 137168 w 156919"/>
                  <a:gd name="csY14" fmla="*/ 22625 h 168792"/>
                  <a:gd name="csX15" fmla="*/ 156920 w 156919"/>
                  <a:gd name="csY15" fmla="*/ 75418 h 168792"/>
                  <a:gd name="csX16" fmla="*/ 153149 w 156919"/>
                  <a:gd name="csY16" fmla="*/ 86913 h 168792"/>
                  <a:gd name="csX17" fmla="*/ 142916 w 156919"/>
                  <a:gd name="csY17" fmla="*/ 91581 h 168792"/>
                  <a:gd name="csX18" fmla="*/ 27279 w 156919"/>
                  <a:gd name="csY18" fmla="*/ 91581 h 168792"/>
                  <a:gd name="csX19" fmla="*/ 41283 w 156919"/>
                  <a:gd name="csY19" fmla="*/ 127495 h 168792"/>
                  <a:gd name="csX20" fmla="*/ 60853 w 156919"/>
                  <a:gd name="csY20" fmla="*/ 142046 h 168792"/>
                  <a:gd name="csX21" fmla="*/ 86534 w 156919"/>
                  <a:gd name="csY21" fmla="*/ 147247 h 168792"/>
                  <a:gd name="csX22" fmla="*/ 125323 w 156919"/>
                  <a:gd name="csY22" fmla="*/ 138626 h 168792"/>
                  <a:gd name="csX23" fmla="*/ 132332 w 156919"/>
                  <a:gd name="csY23" fmla="*/ 134673 h 168792"/>
                  <a:gd name="csX24" fmla="*/ 140056 w 156919"/>
                  <a:gd name="csY24" fmla="*/ 132163 h 168792"/>
                  <a:gd name="csX25" fmla="*/ 147233 w 156919"/>
                  <a:gd name="csY25" fmla="*/ 135402 h 168792"/>
                  <a:gd name="csX26" fmla="*/ 131420 w 156919"/>
                  <a:gd name="csY26" fmla="*/ 72530 h 168792"/>
                  <a:gd name="csX27" fmla="*/ 118131 w 156919"/>
                  <a:gd name="csY27" fmla="*/ 36980 h 168792"/>
                  <a:gd name="csX28" fmla="*/ 101968 w 156919"/>
                  <a:gd name="csY28" fmla="*/ 25485 h 168792"/>
                  <a:gd name="csX29" fmla="*/ 80787 w 156919"/>
                  <a:gd name="csY29" fmla="*/ 21181 h 168792"/>
                  <a:gd name="csX30" fmla="*/ 40204 w 156919"/>
                  <a:gd name="csY30" fmla="*/ 38424 h 168792"/>
                  <a:gd name="csX31" fmla="*/ 27279 w 156919"/>
                  <a:gd name="csY31" fmla="*/ 72544 h 168792"/>
                  <a:gd name="csX32" fmla="*/ 131420 w 156919"/>
                  <a:gd name="csY32" fmla="*/ 72544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56919" h="168792">
                    <a:moveTo>
                      <a:pt x="147219" y="135374"/>
                    </a:moveTo>
                    <a:cubicBezTo>
                      <a:pt x="149125" y="137532"/>
                      <a:pt x="150093" y="140042"/>
                      <a:pt x="150093" y="142915"/>
                    </a:cubicBezTo>
                    <a:cubicBezTo>
                      <a:pt x="150093" y="145551"/>
                      <a:pt x="149069" y="147892"/>
                      <a:pt x="147037" y="149924"/>
                    </a:cubicBezTo>
                    <a:cubicBezTo>
                      <a:pt x="145004" y="151957"/>
                      <a:pt x="141584" y="154298"/>
                      <a:pt x="136803" y="156934"/>
                    </a:cubicBezTo>
                    <a:cubicBezTo>
                      <a:pt x="130103" y="160522"/>
                      <a:pt x="122253" y="163396"/>
                      <a:pt x="113281" y="165555"/>
                    </a:cubicBezTo>
                    <a:cubicBezTo>
                      <a:pt x="104309" y="167714"/>
                      <a:pt x="95029" y="168793"/>
                      <a:pt x="85455" y="168793"/>
                    </a:cubicBezTo>
                    <a:cubicBezTo>
                      <a:pt x="72039" y="168793"/>
                      <a:pt x="59900" y="166522"/>
                      <a:pt x="49008" y="161966"/>
                    </a:cubicBezTo>
                    <a:cubicBezTo>
                      <a:pt x="38115" y="157424"/>
                      <a:pt x="28835" y="150836"/>
                      <a:pt x="21181" y="142214"/>
                    </a:cubicBezTo>
                    <a:cubicBezTo>
                      <a:pt x="14228" y="134799"/>
                      <a:pt x="8972" y="125995"/>
                      <a:pt x="5383" y="115818"/>
                    </a:cubicBezTo>
                    <a:cubicBezTo>
                      <a:pt x="1794" y="105641"/>
                      <a:pt x="0" y="94455"/>
                      <a:pt x="0" y="82245"/>
                    </a:cubicBezTo>
                    <a:cubicBezTo>
                      <a:pt x="0" y="70750"/>
                      <a:pt x="1850" y="59984"/>
                      <a:pt x="5565" y="49919"/>
                    </a:cubicBezTo>
                    <a:cubicBezTo>
                      <a:pt x="9280" y="39868"/>
                      <a:pt x="14593" y="31134"/>
                      <a:pt x="21546" y="23705"/>
                    </a:cubicBezTo>
                    <a:cubicBezTo>
                      <a:pt x="36153" y="7906"/>
                      <a:pt x="55891" y="0"/>
                      <a:pt x="80801" y="0"/>
                    </a:cubicBezTo>
                    <a:cubicBezTo>
                      <a:pt x="92772" y="0"/>
                      <a:pt x="103538" y="1977"/>
                      <a:pt x="113113" y="5930"/>
                    </a:cubicBezTo>
                    <a:cubicBezTo>
                      <a:pt x="122687" y="9883"/>
                      <a:pt x="130705" y="15448"/>
                      <a:pt x="137168" y="22625"/>
                    </a:cubicBezTo>
                    <a:cubicBezTo>
                      <a:pt x="150331" y="36517"/>
                      <a:pt x="156920" y="54110"/>
                      <a:pt x="156920" y="75418"/>
                    </a:cubicBezTo>
                    <a:cubicBezTo>
                      <a:pt x="156920" y="79974"/>
                      <a:pt x="155658" y="83801"/>
                      <a:pt x="153149" y="86913"/>
                    </a:cubicBezTo>
                    <a:cubicBezTo>
                      <a:pt x="150640" y="90025"/>
                      <a:pt x="147219" y="91581"/>
                      <a:pt x="142916" y="91581"/>
                    </a:cubicBezTo>
                    <a:lnTo>
                      <a:pt x="27279" y="91581"/>
                    </a:lnTo>
                    <a:cubicBezTo>
                      <a:pt x="28709" y="106188"/>
                      <a:pt x="33377" y="118159"/>
                      <a:pt x="41283" y="127495"/>
                    </a:cubicBezTo>
                    <a:cubicBezTo>
                      <a:pt x="46540" y="133719"/>
                      <a:pt x="53073" y="138570"/>
                      <a:pt x="60853" y="142046"/>
                    </a:cubicBezTo>
                    <a:cubicBezTo>
                      <a:pt x="68633" y="145523"/>
                      <a:pt x="77198" y="147247"/>
                      <a:pt x="86534" y="147247"/>
                    </a:cubicBezTo>
                    <a:cubicBezTo>
                      <a:pt x="101379" y="147247"/>
                      <a:pt x="114304" y="144373"/>
                      <a:pt x="125323" y="138626"/>
                    </a:cubicBezTo>
                    <a:cubicBezTo>
                      <a:pt x="126991" y="137673"/>
                      <a:pt x="129332" y="136355"/>
                      <a:pt x="132332" y="134673"/>
                    </a:cubicBezTo>
                    <a:cubicBezTo>
                      <a:pt x="135317" y="133005"/>
                      <a:pt x="137897" y="132163"/>
                      <a:pt x="140056" y="132163"/>
                    </a:cubicBezTo>
                    <a:cubicBezTo>
                      <a:pt x="142930" y="132163"/>
                      <a:pt x="145313" y="133243"/>
                      <a:pt x="147233" y="135402"/>
                    </a:cubicBezTo>
                    <a:close/>
                    <a:moveTo>
                      <a:pt x="131420" y="72530"/>
                    </a:moveTo>
                    <a:cubicBezTo>
                      <a:pt x="130705" y="57685"/>
                      <a:pt x="126276" y="45839"/>
                      <a:pt x="118131" y="36980"/>
                    </a:cubicBezTo>
                    <a:cubicBezTo>
                      <a:pt x="113828" y="32200"/>
                      <a:pt x="108431" y="28359"/>
                      <a:pt x="101968" y="25485"/>
                    </a:cubicBezTo>
                    <a:cubicBezTo>
                      <a:pt x="95506" y="22611"/>
                      <a:pt x="88441" y="21181"/>
                      <a:pt x="80787" y="21181"/>
                    </a:cubicBezTo>
                    <a:cubicBezTo>
                      <a:pt x="63544" y="21181"/>
                      <a:pt x="50017" y="26929"/>
                      <a:pt x="40204" y="38424"/>
                    </a:cubicBezTo>
                    <a:cubicBezTo>
                      <a:pt x="32789" y="46807"/>
                      <a:pt x="28471" y="58175"/>
                      <a:pt x="27279" y="72544"/>
                    </a:cubicBezTo>
                    <a:lnTo>
                      <a:pt x="131420" y="72544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C6306F71-E88F-7DE4-8539-0650D25B044B}"/>
                  </a:ext>
                </a:extLst>
              </p:cNvPr>
              <p:cNvSpPr/>
              <p:nvPr/>
            </p:nvSpPr>
            <p:spPr>
              <a:xfrm>
                <a:off x="3299702" y="1187514"/>
                <a:ext cx="149756" cy="168778"/>
              </a:xfrm>
              <a:custGeom>
                <a:avLst/>
                <a:gdLst>
                  <a:gd name="csX0" fmla="*/ 14 w 149756"/>
                  <a:gd name="csY0" fmla="*/ 12925 h 168778"/>
                  <a:gd name="csX1" fmla="*/ 3967 w 149756"/>
                  <a:gd name="csY1" fmla="*/ 3771 h 168778"/>
                  <a:gd name="csX2" fmla="*/ 13303 w 149756"/>
                  <a:gd name="csY2" fmla="*/ 0 h 168778"/>
                  <a:gd name="csX3" fmla="*/ 22639 w 149756"/>
                  <a:gd name="csY3" fmla="*/ 3771 h 168778"/>
                  <a:gd name="csX4" fmla="*/ 26592 w 149756"/>
                  <a:gd name="csY4" fmla="*/ 12925 h 168778"/>
                  <a:gd name="csX5" fmla="*/ 26592 w 149756"/>
                  <a:gd name="csY5" fmla="*/ 30518 h 168778"/>
                  <a:gd name="csX6" fmla="*/ 49568 w 149756"/>
                  <a:gd name="csY6" fmla="*/ 7542 h 168778"/>
                  <a:gd name="csX7" fmla="*/ 83324 w 149756"/>
                  <a:gd name="csY7" fmla="*/ 0 h 168778"/>
                  <a:gd name="csX8" fmla="*/ 130369 w 149756"/>
                  <a:gd name="csY8" fmla="*/ 14719 h 168778"/>
                  <a:gd name="csX9" fmla="*/ 149756 w 149756"/>
                  <a:gd name="csY9" fmla="*/ 68941 h 168778"/>
                  <a:gd name="csX10" fmla="*/ 149756 w 149756"/>
                  <a:gd name="csY10" fmla="*/ 156205 h 168778"/>
                  <a:gd name="csX11" fmla="*/ 145803 w 149756"/>
                  <a:gd name="csY11" fmla="*/ 165008 h 168778"/>
                  <a:gd name="csX12" fmla="*/ 136467 w 149756"/>
                  <a:gd name="csY12" fmla="*/ 168779 h 168778"/>
                  <a:gd name="csX13" fmla="*/ 127313 w 149756"/>
                  <a:gd name="csY13" fmla="*/ 165008 h 168778"/>
                  <a:gd name="csX14" fmla="*/ 123542 w 149756"/>
                  <a:gd name="csY14" fmla="*/ 156205 h 168778"/>
                  <a:gd name="csX15" fmla="*/ 123542 w 149756"/>
                  <a:gd name="csY15" fmla="*/ 74689 h 168778"/>
                  <a:gd name="csX16" fmla="*/ 110253 w 149756"/>
                  <a:gd name="csY16" fmla="*/ 33391 h 168778"/>
                  <a:gd name="csX17" fmla="*/ 78291 w 149756"/>
                  <a:gd name="csY17" fmla="*/ 22976 h 168778"/>
                  <a:gd name="csX18" fmla="*/ 35914 w 149756"/>
                  <a:gd name="csY18" fmla="*/ 47746 h 168778"/>
                  <a:gd name="csX19" fmla="*/ 26578 w 149756"/>
                  <a:gd name="csY19" fmla="*/ 90473 h 168778"/>
                  <a:gd name="csX20" fmla="*/ 26578 w 149756"/>
                  <a:gd name="csY20" fmla="*/ 156191 h 168778"/>
                  <a:gd name="csX21" fmla="*/ 22625 w 149756"/>
                  <a:gd name="csY21" fmla="*/ 164994 h 168778"/>
                  <a:gd name="csX22" fmla="*/ 13289 w 149756"/>
                  <a:gd name="csY22" fmla="*/ 168765 h 168778"/>
                  <a:gd name="csX23" fmla="*/ 3953 w 149756"/>
                  <a:gd name="csY23" fmla="*/ 164994 h 168778"/>
                  <a:gd name="csX24" fmla="*/ 0 w 149756"/>
                  <a:gd name="csY24" fmla="*/ 156191 h 168778"/>
                  <a:gd name="csX25" fmla="*/ 0 w 149756"/>
                  <a:gd name="csY25" fmla="*/ 12911 h 168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49756" h="168778">
                    <a:moveTo>
                      <a:pt x="14" y="12925"/>
                    </a:moveTo>
                    <a:cubicBezTo>
                      <a:pt x="14" y="9336"/>
                      <a:pt x="1332" y="6280"/>
                      <a:pt x="3967" y="3771"/>
                    </a:cubicBezTo>
                    <a:cubicBezTo>
                      <a:pt x="6603" y="1262"/>
                      <a:pt x="9715" y="0"/>
                      <a:pt x="13303" y="0"/>
                    </a:cubicBezTo>
                    <a:cubicBezTo>
                      <a:pt x="16892" y="0"/>
                      <a:pt x="20004" y="1262"/>
                      <a:pt x="22639" y="3771"/>
                    </a:cubicBezTo>
                    <a:cubicBezTo>
                      <a:pt x="25275" y="6280"/>
                      <a:pt x="26592" y="9336"/>
                      <a:pt x="26592" y="12925"/>
                    </a:cubicBezTo>
                    <a:lnTo>
                      <a:pt x="26592" y="30518"/>
                    </a:lnTo>
                    <a:cubicBezTo>
                      <a:pt x="31849" y="20228"/>
                      <a:pt x="39517" y="12560"/>
                      <a:pt x="49568" y="7542"/>
                    </a:cubicBezTo>
                    <a:cubicBezTo>
                      <a:pt x="59619" y="2509"/>
                      <a:pt x="70876" y="0"/>
                      <a:pt x="83324" y="0"/>
                    </a:cubicBezTo>
                    <a:cubicBezTo>
                      <a:pt x="103440" y="0"/>
                      <a:pt x="119112" y="4906"/>
                      <a:pt x="130369" y="14719"/>
                    </a:cubicBezTo>
                    <a:cubicBezTo>
                      <a:pt x="143294" y="26214"/>
                      <a:pt x="149756" y="44283"/>
                      <a:pt x="149756" y="68941"/>
                    </a:cubicBezTo>
                    <a:lnTo>
                      <a:pt x="149756" y="156205"/>
                    </a:lnTo>
                    <a:cubicBezTo>
                      <a:pt x="149756" y="159555"/>
                      <a:pt x="148438" y="162485"/>
                      <a:pt x="145803" y="165008"/>
                    </a:cubicBezTo>
                    <a:cubicBezTo>
                      <a:pt x="143168" y="167517"/>
                      <a:pt x="140056" y="168779"/>
                      <a:pt x="136467" y="168779"/>
                    </a:cubicBezTo>
                    <a:cubicBezTo>
                      <a:pt x="132878" y="168779"/>
                      <a:pt x="129822" y="167517"/>
                      <a:pt x="127313" y="165008"/>
                    </a:cubicBezTo>
                    <a:cubicBezTo>
                      <a:pt x="124804" y="162499"/>
                      <a:pt x="123542" y="159569"/>
                      <a:pt x="123542" y="156205"/>
                    </a:cubicBezTo>
                    <a:lnTo>
                      <a:pt x="123542" y="74689"/>
                    </a:lnTo>
                    <a:cubicBezTo>
                      <a:pt x="123542" y="55302"/>
                      <a:pt x="119112" y="41536"/>
                      <a:pt x="110253" y="33391"/>
                    </a:cubicBezTo>
                    <a:cubicBezTo>
                      <a:pt x="102823" y="26452"/>
                      <a:pt x="92170" y="22976"/>
                      <a:pt x="78291" y="22976"/>
                    </a:cubicBezTo>
                    <a:cubicBezTo>
                      <a:pt x="59129" y="22976"/>
                      <a:pt x="45012" y="31233"/>
                      <a:pt x="35914" y="47746"/>
                    </a:cubicBezTo>
                    <a:cubicBezTo>
                      <a:pt x="29690" y="59479"/>
                      <a:pt x="26578" y="73722"/>
                      <a:pt x="26578" y="90473"/>
                    </a:cubicBezTo>
                    <a:lnTo>
                      <a:pt x="26578" y="156191"/>
                    </a:lnTo>
                    <a:cubicBezTo>
                      <a:pt x="26578" y="159541"/>
                      <a:pt x="25261" y="162471"/>
                      <a:pt x="22625" y="164994"/>
                    </a:cubicBezTo>
                    <a:cubicBezTo>
                      <a:pt x="19990" y="167503"/>
                      <a:pt x="16878" y="168765"/>
                      <a:pt x="13289" y="168765"/>
                    </a:cubicBezTo>
                    <a:cubicBezTo>
                      <a:pt x="9700" y="168765"/>
                      <a:pt x="6588" y="167503"/>
                      <a:pt x="3953" y="164994"/>
                    </a:cubicBezTo>
                    <a:cubicBezTo>
                      <a:pt x="1318" y="162485"/>
                      <a:pt x="0" y="159555"/>
                      <a:pt x="0" y="156191"/>
                    </a:cubicBezTo>
                    <a:lnTo>
                      <a:pt x="0" y="12911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88DCB234-A450-2BBF-953D-D44B6B06E170}"/>
                  </a:ext>
                </a:extLst>
              </p:cNvPr>
              <p:cNvSpPr/>
              <p:nvPr/>
            </p:nvSpPr>
            <p:spPr>
              <a:xfrm>
                <a:off x="3488625" y="1187500"/>
                <a:ext cx="140391" cy="168792"/>
              </a:xfrm>
              <a:custGeom>
                <a:avLst/>
                <a:gdLst>
                  <a:gd name="csX0" fmla="*/ 136607 w 140391"/>
                  <a:gd name="csY0" fmla="*/ 29999 h 168792"/>
                  <a:gd name="csX1" fmla="*/ 128883 w 140391"/>
                  <a:gd name="csY1" fmla="*/ 33055 h 168792"/>
                  <a:gd name="csX2" fmla="*/ 122421 w 140391"/>
                  <a:gd name="csY2" fmla="*/ 31261 h 168792"/>
                  <a:gd name="csX3" fmla="*/ 116323 w 140391"/>
                  <a:gd name="csY3" fmla="*/ 28387 h 168792"/>
                  <a:gd name="csX4" fmla="*/ 87600 w 140391"/>
                  <a:gd name="csY4" fmla="*/ 22289 h 168792"/>
                  <a:gd name="csX5" fmla="*/ 61568 w 140391"/>
                  <a:gd name="csY5" fmla="*/ 27672 h 168792"/>
                  <a:gd name="csX6" fmla="*/ 40919 w 140391"/>
                  <a:gd name="csY6" fmla="*/ 43106 h 168792"/>
                  <a:gd name="csX7" fmla="*/ 26550 w 140391"/>
                  <a:gd name="csY7" fmla="*/ 84039 h 168792"/>
                  <a:gd name="csX8" fmla="*/ 43064 w 140391"/>
                  <a:gd name="csY8" fmla="*/ 129640 h 168792"/>
                  <a:gd name="csX9" fmla="*/ 87950 w 140391"/>
                  <a:gd name="csY9" fmla="*/ 146883 h 168792"/>
                  <a:gd name="csX10" fmla="*/ 117402 w 140391"/>
                  <a:gd name="csY10" fmla="*/ 141850 h 168792"/>
                  <a:gd name="csX11" fmla="*/ 123865 w 140391"/>
                  <a:gd name="csY11" fmla="*/ 138612 h 168792"/>
                  <a:gd name="csX12" fmla="*/ 129977 w 140391"/>
                  <a:gd name="csY12" fmla="*/ 136817 h 168792"/>
                  <a:gd name="csX13" fmla="*/ 137336 w 140391"/>
                  <a:gd name="csY13" fmla="*/ 140056 h 168792"/>
                  <a:gd name="csX14" fmla="*/ 140392 w 140391"/>
                  <a:gd name="csY14" fmla="*/ 147597 h 168792"/>
                  <a:gd name="csX15" fmla="*/ 136803 w 140391"/>
                  <a:gd name="csY15" fmla="*/ 155504 h 168792"/>
                  <a:gd name="csX16" fmla="*/ 125308 w 140391"/>
                  <a:gd name="csY16" fmla="*/ 161966 h 168792"/>
                  <a:gd name="csX17" fmla="*/ 87249 w 140391"/>
                  <a:gd name="csY17" fmla="*/ 168793 h 168792"/>
                  <a:gd name="csX18" fmla="*/ 50269 w 140391"/>
                  <a:gd name="csY18" fmla="*/ 162513 h 168792"/>
                  <a:gd name="csX19" fmla="*/ 22261 w 140391"/>
                  <a:gd name="csY19" fmla="*/ 144373 h 168792"/>
                  <a:gd name="csX20" fmla="*/ 0 w 140391"/>
                  <a:gd name="csY20" fmla="*/ 84039 h 168792"/>
                  <a:gd name="csX21" fmla="*/ 4850 w 140391"/>
                  <a:gd name="csY21" fmla="*/ 54587 h 168792"/>
                  <a:gd name="csX22" fmla="*/ 18322 w 140391"/>
                  <a:gd name="csY22" fmla="*/ 30532 h 168792"/>
                  <a:gd name="csX23" fmla="*/ 48671 w 140391"/>
                  <a:gd name="csY23" fmla="*/ 7906 h 168792"/>
                  <a:gd name="csX24" fmla="*/ 87628 w 140391"/>
                  <a:gd name="csY24" fmla="*/ 0 h 168792"/>
                  <a:gd name="csX25" fmla="*/ 127481 w 140391"/>
                  <a:gd name="csY25" fmla="*/ 8621 h 168792"/>
                  <a:gd name="csX26" fmla="*/ 136817 w 140391"/>
                  <a:gd name="csY26" fmla="*/ 14901 h 168792"/>
                  <a:gd name="csX27" fmla="*/ 139691 w 140391"/>
                  <a:gd name="csY27" fmla="*/ 22625 h 168792"/>
                  <a:gd name="csX28" fmla="*/ 136635 w 140391"/>
                  <a:gd name="csY28" fmla="*/ 29985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140391" h="168792">
                    <a:moveTo>
                      <a:pt x="136607" y="29999"/>
                    </a:moveTo>
                    <a:cubicBezTo>
                      <a:pt x="134575" y="32032"/>
                      <a:pt x="131995" y="33055"/>
                      <a:pt x="128883" y="33055"/>
                    </a:cubicBezTo>
                    <a:cubicBezTo>
                      <a:pt x="126963" y="33055"/>
                      <a:pt x="124804" y="32466"/>
                      <a:pt x="122421" y="31261"/>
                    </a:cubicBezTo>
                    <a:cubicBezTo>
                      <a:pt x="120024" y="30069"/>
                      <a:pt x="117991" y="29102"/>
                      <a:pt x="116323" y="28387"/>
                    </a:cubicBezTo>
                    <a:cubicBezTo>
                      <a:pt x="107463" y="24322"/>
                      <a:pt x="97889" y="22289"/>
                      <a:pt x="87600" y="22289"/>
                    </a:cubicBezTo>
                    <a:cubicBezTo>
                      <a:pt x="78263" y="22289"/>
                      <a:pt x="69586" y="24083"/>
                      <a:pt x="61568" y="27672"/>
                    </a:cubicBezTo>
                    <a:cubicBezTo>
                      <a:pt x="53549" y="31261"/>
                      <a:pt x="46667" y="36419"/>
                      <a:pt x="40919" y="43106"/>
                    </a:cubicBezTo>
                    <a:cubicBezTo>
                      <a:pt x="31344" y="54124"/>
                      <a:pt x="26550" y="67764"/>
                      <a:pt x="26550" y="84039"/>
                    </a:cubicBezTo>
                    <a:cubicBezTo>
                      <a:pt x="26550" y="102711"/>
                      <a:pt x="32059" y="117921"/>
                      <a:pt x="43064" y="129640"/>
                    </a:cubicBezTo>
                    <a:cubicBezTo>
                      <a:pt x="54068" y="141135"/>
                      <a:pt x="69040" y="146883"/>
                      <a:pt x="87950" y="146883"/>
                    </a:cubicBezTo>
                    <a:cubicBezTo>
                      <a:pt x="99683" y="146883"/>
                      <a:pt x="109496" y="145214"/>
                      <a:pt x="117402" y="141850"/>
                    </a:cubicBezTo>
                    <a:cubicBezTo>
                      <a:pt x="119561" y="140897"/>
                      <a:pt x="121706" y="139817"/>
                      <a:pt x="123865" y="138612"/>
                    </a:cubicBezTo>
                    <a:cubicBezTo>
                      <a:pt x="126023" y="137420"/>
                      <a:pt x="128056" y="136817"/>
                      <a:pt x="129977" y="136817"/>
                    </a:cubicBezTo>
                    <a:cubicBezTo>
                      <a:pt x="132850" y="136817"/>
                      <a:pt x="135304" y="137897"/>
                      <a:pt x="137336" y="140056"/>
                    </a:cubicBezTo>
                    <a:cubicBezTo>
                      <a:pt x="139369" y="142214"/>
                      <a:pt x="140392" y="144724"/>
                      <a:pt x="140392" y="147597"/>
                    </a:cubicBezTo>
                    <a:cubicBezTo>
                      <a:pt x="140392" y="150709"/>
                      <a:pt x="139187" y="153345"/>
                      <a:pt x="136803" y="155504"/>
                    </a:cubicBezTo>
                    <a:cubicBezTo>
                      <a:pt x="134406" y="157663"/>
                      <a:pt x="130579" y="159807"/>
                      <a:pt x="125308" y="161966"/>
                    </a:cubicBezTo>
                    <a:cubicBezTo>
                      <a:pt x="113575" y="166508"/>
                      <a:pt x="100889" y="168793"/>
                      <a:pt x="87249" y="168793"/>
                    </a:cubicBezTo>
                    <a:cubicBezTo>
                      <a:pt x="73610" y="168793"/>
                      <a:pt x="61273" y="166690"/>
                      <a:pt x="50269" y="162513"/>
                    </a:cubicBezTo>
                    <a:cubicBezTo>
                      <a:pt x="39251" y="158321"/>
                      <a:pt x="29915" y="152280"/>
                      <a:pt x="22261" y="144373"/>
                    </a:cubicBezTo>
                    <a:cubicBezTo>
                      <a:pt x="7416" y="128813"/>
                      <a:pt x="0" y="108711"/>
                      <a:pt x="0" y="84039"/>
                    </a:cubicBezTo>
                    <a:cubicBezTo>
                      <a:pt x="0" y="73511"/>
                      <a:pt x="1612" y="63699"/>
                      <a:pt x="4850" y="54587"/>
                    </a:cubicBezTo>
                    <a:cubicBezTo>
                      <a:pt x="8089" y="45489"/>
                      <a:pt x="12574" y="37471"/>
                      <a:pt x="18322" y="30532"/>
                    </a:cubicBezTo>
                    <a:cubicBezTo>
                      <a:pt x="26452" y="20719"/>
                      <a:pt x="36573" y="13177"/>
                      <a:pt x="48671" y="7906"/>
                    </a:cubicBezTo>
                    <a:cubicBezTo>
                      <a:pt x="60755" y="2649"/>
                      <a:pt x="73749" y="0"/>
                      <a:pt x="87628" y="0"/>
                    </a:cubicBezTo>
                    <a:cubicBezTo>
                      <a:pt x="102711" y="0"/>
                      <a:pt x="116000" y="2874"/>
                      <a:pt x="127481" y="8621"/>
                    </a:cubicBezTo>
                    <a:cubicBezTo>
                      <a:pt x="131785" y="10542"/>
                      <a:pt x="134897" y="12630"/>
                      <a:pt x="136817" y="14901"/>
                    </a:cubicBezTo>
                    <a:cubicBezTo>
                      <a:pt x="138724" y="17172"/>
                      <a:pt x="139691" y="19752"/>
                      <a:pt x="139691" y="22625"/>
                    </a:cubicBezTo>
                    <a:cubicBezTo>
                      <a:pt x="139691" y="25499"/>
                      <a:pt x="138668" y="27952"/>
                      <a:pt x="136635" y="299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BC3A9D86-E989-0C92-A574-69C3657DF843}"/>
                  </a:ext>
                </a:extLst>
              </p:cNvPr>
              <p:cNvSpPr/>
              <p:nvPr/>
            </p:nvSpPr>
            <p:spPr>
              <a:xfrm>
                <a:off x="3644815" y="1187514"/>
                <a:ext cx="156919" cy="168792"/>
              </a:xfrm>
              <a:custGeom>
                <a:avLst/>
                <a:gdLst>
                  <a:gd name="csX0" fmla="*/ 147219 w 156919"/>
                  <a:gd name="csY0" fmla="*/ 135374 h 168792"/>
                  <a:gd name="csX1" fmla="*/ 150093 w 156919"/>
                  <a:gd name="csY1" fmla="*/ 142915 h 168792"/>
                  <a:gd name="csX2" fmla="*/ 147037 w 156919"/>
                  <a:gd name="csY2" fmla="*/ 149924 h 168792"/>
                  <a:gd name="csX3" fmla="*/ 136804 w 156919"/>
                  <a:gd name="csY3" fmla="*/ 156934 h 168792"/>
                  <a:gd name="csX4" fmla="*/ 113281 w 156919"/>
                  <a:gd name="csY4" fmla="*/ 165555 h 168792"/>
                  <a:gd name="csX5" fmla="*/ 85455 w 156919"/>
                  <a:gd name="csY5" fmla="*/ 168793 h 168792"/>
                  <a:gd name="csX6" fmla="*/ 49008 w 156919"/>
                  <a:gd name="csY6" fmla="*/ 161966 h 168792"/>
                  <a:gd name="csX7" fmla="*/ 21182 w 156919"/>
                  <a:gd name="csY7" fmla="*/ 142214 h 168792"/>
                  <a:gd name="csX8" fmla="*/ 5383 w 156919"/>
                  <a:gd name="csY8" fmla="*/ 115818 h 168792"/>
                  <a:gd name="csX9" fmla="*/ 0 w 156919"/>
                  <a:gd name="csY9" fmla="*/ 82245 h 168792"/>
                  <a:gd name="csX10" fmla="*/ 5565 w 156919"/>
                  <a:gd name="csY10" fmla="*/ 49919 h 168792"/>
                  <a:gd name="csX11" fmla="*/ 21546 w 156919"/>
                  <a:gd name="csY11" fmla="*/ 23705 h 168792"/>
                  <a:gd name="csX12" fmla="*/ 80801 w 156919"/>
                  <a:gd name="csY12" fmla="*/ 0 h 168792"/>
                  <a:gd name="csX13" fmla="*/ 113113 w 156919"/>
                  <a:gd name="csY13" fmla="*/ 5930 h 168792"/>
                  <a:gd name="csX14" fmla="*/ 137168 w 156919"/>
                  <a:gd name="csY14" fmla="*/ 22625 h 168792"/>
                  <a:gd name="csX15" fmla="*/ 156919 w 156919"/>
                  <a:gd name="csY15" fmla="*/ 75418 h 168792"/>
                  <a:gd name="csX16" fmla="*/ 153149 w 156919"/>
                  <a:gd name="csY16" fmla="*/ 86913 h 168792"/>
                  <a:gd name="csX17" fmla="*/ 142915 w 156919"/>
                  <a:gd name="csY17" fmla="*/ 91581 h 168792"/>
                  <a:gd name="csX18" fmla="*/ 27279 w 156919"/>
                  <a:gd name="csY18" fmla="*/ 91581 h 168792"/>
                  <a:gd name="csX19" fmla="*/ 41283 w 156919"/>
                  <a:gd name="csY19" fmla="*/ 127495 h 168792"/>
                  <a:gd name="csX20" fmla="*/ 60853 w 156919"/>
                  <a:gd name="csY20" fmla="*/ 142046 h 168792"/>
                  <a:gd name="csX21" fmla="*/ 86534 w 156919"/>
                  <a:gd name="csY21" fmla="*/ 147247 h 168792"/>
                  <a:gd name="csX22" fmla="*/ 125323 w 156919"/>
                  <a:gd name="csY22" fmla="*/ 138626 h 168792"/>
                  <a:gd name="csX23" fmla="*/ 132332 w 156919"/>
                  <a:gd name="csY23" fmla="*/ 134673 h 168792"/>
                  <a:gd name="csX24" fmla="*/ 140056 w 156919"/>
                  <a:gd name="csY24" fmla="*/ 132163 h 168792"/>
                  <a:gd name="csX25" fmla="*/ 147233 w 156919"/>
                  <a:gd name="csY25" fmla="*/ 135402 h 168792"/>
                  <a:gd name="csX26" fmla="*/ 131420 w 156919"/>
                  <a:gd name="csY26" fmla="*/ 72530 h 168792"/>
                  <a:gd name="csX27" fmla="*/ 118131 w 156919"/>
                  <a:gd name="csY27" fmla="*/ 36980 h 168792"/>
                  <a:gd name="csX28" fmla="*/ 101968 w 156919"/>
                  <a:gd name="csY28" fmla="*/ 25485 h 168792"/>
                  <a:gd name="csX29" fmla="*/ 80787 w 156919"/>
                  <a:gd name="csY29" fmla="*/ 21181 h 168792"/>
                  <a:gd name="csX30" fmla="*/ 40204 w 156919"/>
                  <a:gd name="csY30" fmla="*/ 38424 h 168792"/>
                  <a:gd name="csX31" fmla="*/ 27279 w 156919"/>
                  <a:gd name="csY31" fmla="*/ 72544 h 168792"/>
                  <a:gd name="csX32" fmla="*/ 131420 w 156919"/>
                  <a:gd name="csY32" fmla="*/ 72544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56919" h="168792">
                    <a:moveTo>
                      <a:pt x="147219" y="135374"/>
                    </a:moveTo>
                    <a:cubicBezTo>
                      <a:pt x="149126" y="137532"/>
                      <a:pt x="150093" y="140042"/>
                      <a:pt x="150093" y="142915"/>
                    </a:cubicBezTo>
                    <a:cubicBezTo>
                      <a:pt x="150093" y="145551"/>
                      <a:pt x="149070" y="147892"/>
                      <a:pt x="147037" y="149924"/>
                    </a:cubicBezTo>
                    <a:cubicBezTo>
                      <a:pt x="145004" y="151957"/>
                      <a:pt x="141584" y="154298"/>
                      <a:pt x="136804" y="156934"/>
                    </a:cubicBezTo>
                    <a:cubicBezTo>
                      <a:pt x="130103" y="160522"/>
                      <a:pt x="122253" y="163396"/>
                      <a:pt x="113281" y="165555"/>
                    </a:cubicBezTo>
                    <a:cubicBezTo>
                      <a:pt x="104309" y="167714"/>
                      <a:pt x="95029" y="168793"/>
                      <a:pt x="85455" y="168793"/>
                    </a:cubicBezTo>
                    <a:cubicBezTo>
                      <a:pt x="72040" y="168793"/>
                      <a:pt x="59900" y="166522"/>
                      <a:pt x="49008" y="161966"/>
                    </a:cubicBezTo>
                    <a:cubicBezTo>
                      <a:pt x="38115" y="157424"/>
                      <a:pt x="28836" y="150836"/>
                      <a:pt x="21182" y="142214"/>
                    </a:cubicBezTo>
                    <a:cubicBezTo>
                      <a:pt x="14229" y="134799"/>
                      <a:pt x="8972" y="125995"/>
                      <a:pt x="5383" y="115818"/>
                    </a:cubicBezTo>
                    <a:cubicBezTo>
                      <a:pt x="1794" y="105641"/>
                      <a:pt x="0" y="94455"/>
                      <a:pt x="0" y="82245"/>
                    </a:cubicBezTo>
                    <a:cubicBezTo>
                      <a:pt x="0" y="70750"/>
                      <a:pt x="1850" y="59984"/>
                      <a:pt x="5565" y="49919"/>
                    </a:cubicBezTo>
                    <a:cubicBezTo>
                      <a:pt x="9280" y="39868"/>
                      <a:pt x="14593" y="31134"/>
                      <a:pt x="21546" y="23705"/>
                    </a:cubicBezTo>
                    <a:cubicBezTo>
                      <a:pt x="36153" y="7906"/>
                      <a:pt x="55891" y="0"/>
                      <a:pt x="80801" y="0"/>
                    </a:cubicBezTo>
                    <a:cubicBezTo>
                      <a:pt x="92772" y="0"/>
                      <a:pt x="103538" y="1977"/>
                      <a:pt x="113113" y="5930"/>
                    </a:cubicBezTo>
                    <a:cubicBezTo>
                      <a:pt x="122687" y="9883"/>
                      <a:pt x="130706" y="15448"/>
                      <a:pt x="137168" y="22625"/>
                    </a:cubicBezTo>
                    <a:cubicBezTo>
                      <a:pt x="150331" y="36517"/>
                      <a:pt x="156919" y="54110"/>
                      <a:pt x="156919" y="75418"/>
                    </a:cubicBezTo>
                    <a:cubicBezTo>
                      <a:pt x="156919" y="79974"/>
                      <a:pt x="155658" y="83801"/>
                      <a:pt x="153149" y="86913"/>
                    </a:cubicBezTo>
                    <a:cubicBezTo>
                      <a:pt x="150639" y="90025"/>
                      <a:pt x="147219" y="91581"/>
                      <a:pt x="142915" y="91581"/>
                    </a:cubicBezTo>
                    <a:lnTo>
                      <a:pt x="27279" y="91581"/>
                    </a:lnTo>
                    <a:cubicBezTo>
                      <a:pt x="28709" y="106188"/>
                      <a:pt x="33377" y="118159"/>
                      <a:pt x="41283" y="127495"/>
                    </a:cubicBezTo>
                    <a:cubicBezTo>
                      <a:pt x="46540" y="133719"/>
                      <a:pt x="53073" y="138570"/>
                      <a:pt x="60853" y="142046"/>
                    </a:cubicBezTo>
                    <a:cubicBezTo>
                      <a:pt x="68633" y="145523"/>
                      <a:pt x="77198" y="147247"/>
                      <a:pt x="86534" y="147247"/>
                    </a:cubicBezTo>
                    <a:cubicBezTo>
                      <a:pt x="101380" y="147247"/>
                      <a:pt x="114304" y="144373"/>
                      <a:pt x="125323" y="138626"/>
                    </a:cubicBezTo>
                    <a:cubicBezTo>
                      <a:pt x="126991" y="137673"/>
                      <a:pt x="129332" y="136355"/>
                      <a:pt x="132332" y="134673"/>
                    </a:cubicBezTo>
                    <a:cubicBezTo>
                      <a:pt x="135318" y="133005"/>
                      <a:pt x="137897" y="132163"/>
                      <a:pt x="140056" y="132163"/>
                    </a:cubicBezTo>
                    <a:cubicBezTo>
                      <a:pt x="142929" y="132163"/>
                      <a:pt x="145312" y="133243"/>
                      <a:pt x="147233" y="135402"/>
                    </a:cubicBezTo>
                    <a:close/>
                    <a:moveTo>
                      <a:pt x="131420" y="72530"/>
                    </a:moveTo>
                    <a:cubicBezTo>
                      <a:pt x="130706" y="57685"/>
                      <a:pt x="126276" y="45839"/>
                      <a:pt x="118131" y="36980"/>
                    </a:cubicBezTo>
                    <a:cubicBezTo>
                      <a:pt x="113828" y="32200"/>
                      <a:pt x="108431" y="28359"/>
                      <a:pt x="101968" y="25485"/>
                    </a:cubicBezTo>
                    <a:cubicBezTo>
                      <a:pt x="95506" y="22611"/>
                      <a:pt x="88441" y="21181"/>
                      <a:pt x="80787" y="21181"/>
                    </a:cubicBezTo>
                    <a:cubicBezTo>
                      <a:pt x="63545" y="21181"/>
                      <a:pt x="50017" y="26929"/>
                      <a:pt x="40204" y="38424"/>
                    </a:cubicBezTo>
                    <a:cubicBezTo>
                      <a:pt x="32789" y="46807"/>
                      <a:pt x="28471" y="58175"/>
                      <a:pt x="27279" y="72544"/>
                    </a:cubicBezTo>
                    <a:lnTo>
                      <a:pt x="131420" y="72544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4FA255FA-0E86-D1B9-0B5B-3546AE14ACEB}"/>
                </a:ext>
              </a:extLst>
            </p:cNvPr>
            <p:cNvGrpSpPr/>
            <p:nvPr/>
          </p:nvGrpSpPr>
          <p:grpSpPr>
            <a:xfrm>
              <a:off x="285750" y="4197006"/>
              <a:ext cx="1543050" cy="435594"/>
              <a:chOff x="285750" y="3157223"/>
              <a:chExt cx="1500913" cy="423699"/>
            </a:xfrm>
            <a:solidFill>
              <a:srgbClr val="FFFFFF"/>
            </a:solidFill>
          </p:grpSpPr>
          <p:grpSp>
            <p:nvGrpSpPr>
              <p:cNvPr id="45" name="Graphic 2">
                <a:extLst>
                  <a:ext uri="{FF2B5EF4-FFF2-40B4-BE49-F238E27FC236}">
                    <a16:creationId xmlns:a16="http://schemas.microsoft.com/office/drawing/2014/main" id="{D982AEAA-A44F-D82A-3778-65D2522314F4}"/>
                  </a:ext>
                </a:extLst>
              </p:cNvPr>
              <p:cNvGrpSpPr/>
              <p:nvPr/>
            </p:nvGrpSpPr>
            <p:grpSpPr>
              <a:xfrm>
                <a:off x="285750" y="3157223"/>
                <a:ext cx="1500464" cy="186680"/>
                <a:chOff x="285750" y="3157223"/>
                <a:chExt cx="1500464" cy="186680"/>
              </a:xfrm>
              <a:solidFill>
                <a:srgbClr val="FFFFFF"/>
              </a:solidFill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FACBFB8-8F61-13BD-02B9-07C76767FAD7}"/>
                    </a:ext>
                  </a:extLst>
                </p:cNvPr>
                <p:cNvSpPr/>
                <p:nvPr/>
              </p:nvSpPr>
              <p:spPr>
                <a:xfrm>
                  <a:off x="285750" y="3158583"/>
                  <a:ext cx="120654" cy="141205"/>
                </a:xfrm>
                <a:custGeom>
                  <a:avLst/>
                  <a:gdLst>
                    <a:gd name="csX0" fmla="*/ 88833 w 120654"/>
                    <a:gd name="csY0" fmla="*/ 108374 h 141205"/>
                    <a:gd name="csX1" fmla="*/ 31429 w 120654"/>
                    <a:gd name="csY1" fmla="*/ 108374 h 141205"/>
                    <a:gd name="csX2" fmla="*/ 21966 w 120654"/>
                    <a:gd name="csY2" fmla="*/ 133355 h 141205"/>
                    <a:gd name="csX3" fmla="*/ 10682 w 120654"/>
                    <a:gd name="csY3" fmla="*/ 141205 h 141205"/>
                    <a:gd name="csX4" fmla="*/ 0 w 120654"/>
                    <a:gd name="csY4" fmla="*/ 130930 h 141205"/>
                    <a:gd name="csX5" fmla="*/ 1206 w 120654"/>
                    <a:gd name="csY5" fmla="*/ 125491 h 141205"/>
                    <a:gd name="csX6" fmla="*/ 44914 w 120654"/>
                    <a:gd name="csY6" fmla="*/ 11677 h 141205"/>
                    <a:gd name="csX7" fmla="*/ 60629 w 120654"/>
                    <a:gd name="csY7" fmla="*/ 0 h 141205"/>
                    <a:gd name="csX8" fmla="*/ 76343 w 120654"/>
                    <a:gd name="csY8" fmla="*/ 11677 h 141205"/>
                    <a:gd name="csX9" fmla="*/ 119645 w 120654"/>
                    <a:gd name="csY9" fmla="*/ 125491 h 141205"/>
                    <a:gd name="csX10" fmla="*/ 120655 w 120654"/>
                    <a:gd name="csY10" fmla="*/ 130734 h 141205"/>
                    <a:gd name="csX11" fmla="*/ 109370 w 120654"/>
                    <a:gd name="csY11" fmla="*/ 141205 h 141205"/>
                    <a:gd name="csX12" fmla="*/ 98492 w 120654"/>
                    <a:gd name="csY12" fmla="*/ 133355 h 141205"/>
                    <a:gd name="csX13" fmla="*/ 88819 w 120654"/>
                    <a:gd name="csY13" fmla="*/ 108374 h 141205"/>
                    <a:gd name="csX14" fmla="*/ 37260 w 120654"/>
                    <a:gd name="csY14" fmla="*/ 90249 h 141205"/>
                    <a:gd name="csX15" fmla="*/ 83394 w 120654"/>
                    <a:gd name="csY15" fmla="*/ 90249 h 141205"/>
                    <a:gd name="csX16" fmla="*/ 60432 w 120654"/>
                    <a:gd name="csY16" fmla="*/ 28807 h 141205"/>
                    <a:gd name="csX17" fmla="*/ 37260 w 120654"/>
                    <a:gd name="csY17" fmla="*/ 90249 h 1412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120654" h="141205">
                      <a:moveTo>
                        <a:pt x="88833" y="108374"/>
                      </a:moveTo>
                      <a:lnTo>
                        <a:pt x="31429" y="108374"/>
                      </a:lnTo>
                      <a:lnTo>
                        <a:pt x="21966" y="133355"/>
                      </a:lnTo>
                      <a:cubicBezTo>
                        <a:pt x="20354" y="138387"/>
                        <a:pt x="16934" y="141205"/>
                        <a:pt x="10682" y="141205"/>
                      </a:cubicBezTo>
                      <a:cubicBezTo>
                        <a:pt x="3827" y="141205"/>
                        <a:pt x="0" y="136369"/>
                        <a:pt x="0" y="130930"/>
                      </a:cubicBezTo>
                      <a:cubicBezTo>
                        <a:pt x="0" y="129514"/>
                        <a:pt x="603" y="127103"/>
                        <a:pt x="1206" y="125491"/>
                      </a:cubicBezTo>
                      <a:lnTo>
                        <a:pt x="44914" y="11677"/>
                      </a:lnTo>
                      <a:cubicBezTo>
                        <a:pt x="47129" y="5229"/>
                        <a:pt x="51363" y="0"/>
                        <a:pt x="60629" y="0"/>
                      </a:cubicBezTo>
                      <a:cubicBezTo>
                        <a:pt x="69895" y="0"/>
                        <a:pt x="74128" y="5439"/>
                        <a:pt x="76343" y="11677"/>
                      </a:cubicBezTo>
                      <a:lnTo>
                        <a:pt x="119645" y="125491"/>
                      </a:lnTo>
                      <a:cubicBezTo>
                        <a:pt x="120052" y="126907"/>
                        <a:pt x="120655" y="129318"/>
                        <a:pt x="120655" y="130734"/>
                      </a:cubicBezTo>
                      <a:cubicBezTo>
                        <a:pt x="120655" y="137182"/>
                        <a:pt x="116015" y="141205"/>
                        <a:pt x="109370" y="141205"/>
                      </a:cubicBezTo>
                      <a:cubicBezTo>
                        <a:pt x="103931" y="141205"/>
                        <a:pt x="99908" y="138387"/>
                        <a:pt x="98492" y="133355"/>
                      </a:cubicBezTo>
                      <a:lnTo>
                        <a:pt x="88819" y="108374"/>
                      </a:lnTo>
                      <a:close/>
                      <a:moveTo>
                        <a:pt x="37260" y="90249"/>
                      </a:moveTo>
                      <a:lnTo>
                        <a:pt x="83394" y="90249"/>
                      </a:lnTo>
                      <a:lnTo>
                        <a:pt x="60432" y="28807"/>
                      </a:lnTo>
                      <a:lnTo>
                        <a:pt x="37260" y="9024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880D0575-F30C-6B84-4FEF-1501DD3C8148}"/>
                    </a:ext>
                  </a:extLst>
                </p:cNvPr>
                <p:cNvSpPr/>
                <p:nvPr/>
              </p:nvSpPr>
              <p:spPr>
                <a:xfrm>
                  <a:off x="422525" y="3158793"/>
                  <a:ext cx="22569" cy="141008"/>
                </a:xfrm>
                <a:custGeom>
                  <a:avLst/>
                  <a:gdLst>
                    <a:gd name="csX0" fmla="*/ 0 w 22569"/>
                    <a:gd name="csY0" fmla="*/ 10878 h 141008"/>
                    <a:gd name="csX1" fmla="*/ 11285 w 22569"/>
                    <a:gd name="csY1" fmla="*/ 0 h 141008"/>
                    <a:gd name="csX2" fmla="*/ 22569 w 22569"/>
                    <a:gd name="csY2" fmla="*/ 10878 h 141008"/>
                    <a:gd name="csX3" fmla="*/ 22569 w 22569"/>
                    <a:gd name="csY3" fmla="*/ 130131 h 141008"/>
                    <a:gd name="csX4" fmla="*/ 11285 w 22569"/>
                    <a:gd name="csY4" fmla="*/ 141009 h 141008"/>
                    <a:gd name="csX5" fmla="*/ 0 w 22569"/>
                    <a:gd name="csY5" fmla="*/ 130131 h 141008"/>
                    <a:gd name="csX6" fmla="*/ 0 w 22569"/>
                    <a:gd name="csY6" fmla="*/ 10878 h 1410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2569" h="141008">
                      <a:moveTo>
                        <a:pt x="0" y="10878"/>
                      </a:moveTo>
                      <a:cubicBezTo>
                        <a:pt x="0" y="4836"/>
                        <a:pt x="5033" y="0"/>
                        <a:pt x="11285" y="0"/>
                      </a:cubicBezTo>
                      <a:cubicBezTo>
                        <a:pt x="17537" y="0"/>
                        <a:pt x="22569" y="4836"/>
                        <a:pt x="22569" y="10878"/>
                      </a:cubicBezTo>
                      <a:lnTo>
                        <a:pt x="22569" y="130131"/>
                      </a:lnTo>
                      <a:cubicBezTo>
                        <a:pt x="22569" y="136173"/>
                        <a:pt x="17326" y="141009"/>
                        <a:pt x="11285" y="141009"/>
                      </a:cubicBezTo>
                      <a:cubicBezTo>
                        <a:pt x="5243" y="141009"/>
                        <a:pt x="0" y="136173"/>
                        <a:pt x="0" y="130131"/>
                      </a:cubicBezTo>
                      <a:lnTo>
                        <a:pt x="0" y="108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F8F56D1C-7750-89F6-5127-E74021EA54D0}"/>
                    </a:ext>
                  </a:extLst>
                </p:cNvPr>
                <p:cNvSpPr/>
                <p:nvPr/>
              </p:nvSpPr>
              <p:spPr>
                <a:xfrm>
                  <a:off x="515367" y="3158835"/>
                  <a:ext cx="64651" cy="140966"/>
                </a:xfrm>
                <a:custGeom>
                  <a:avLst/>
                  <a:gdLst>
                    <a:gd name="csX0" fmla="*/ 52961 w 64651"/>
                    <a:gd name="csY0" fmla="*/ 48727 h 140966"/>
                    <a:gd name="csX1" fmla="*/ 56381 w 64651"/>
                    <a:gd name="csY1" fmla="*/ 52148 h 140966"/>
                    <a:gd name="csX2" fmla="*/ 52961 w 64651"/>
                    <a:gd name="csY2" fmla="*/ 55778 h 140966"/>
                    <a:gd name="csX3" fmla="*/ 23565 w 64651"/>
                    <a:gd name="csY3" fmla="*/ 55778 h 140966"/>
                    <a:gd name="csX4" fmla="*/ 23565 w 64651"/>
                    <a:gd name="csY4" fmla="*/ 136733 h 140966"/>
                    <a:gd name="csX5" fmla="*/ 19135 w 64651"/>
                    <a:gd name="csY5" fmla="*/ 140967 h 140966"/>
                    <a:gd name="csX6" fmla="*/ 14705 w 64651"/>
                    <a:gd name="csY6" fmla="*/ 136733 h 140966"/>
                    <a:gd name="csX7" fmla="*/ 14705 w 64651"/>
                    <a:gd name="csY7" fmla="*/ 55778 h 140966"/>
                    <a:gd name="csX8" fmla="*/ 3420 w 64651"/>
                    <a:gd name="csY8" fmla="*/ 55778 h 140966"/>
                    <a:gd name="csX9" fmla="*/ 0 w 64651"/>
                    <a:gd name="csY9" fmla="*/ 52148 h 140966"/>
                    <a:gd name="csX10" fmla="*/ 3420 w 64651"/>
                    <a:gd name="csY10" fmla="*/ 48727 h 140966"/>
                    <a:gd name="csX11" fmla="*/ 14705 w 64651"/>
                    <a:gd name="csY11" fmla="*/ 48727 h 140966"/>
                    <a:gd name="csX12" fmla="*/ 14705 w 64651"/>
                    <a:gd name="csY12" fmla="*/ 29999 h 140966"/>
                    <a:gd name="csX13" fmla="*/ 39882 w 64651"/>
                    <a:gd name="csY13" fmla="*/ 0 h 140966"/>
                    <a:gd name="csX14" fmla="*/ 58007 w 64651"/>
                    <a:gd name="csY14" fmla="*/ 4233 h 140966"/>
                    <a:gd name="csX15" fmla="*/ 64652 w 64651"/>
                    <a:gd name="csY15" fmla="*/ 11074 h 140966"/>
                    <a:gd name="csX16" fmla="*/ 61021 w 64651"/>
                    <a:gd name="csY16" fmla="*/ 14901 h 140966"/>
                    <a:gd name="csX17" fmla="*/ 41284 w 64651"/>
                    <a:gd name="csY17" fmla="*/ 8060 h 140966"/>
                    <a:gd name="csX18" fmla="*/ 23565 w 64651"/>
                    <a:gd name="csY18" fmla="*/ 30405 h 140966"/>
                    <a:gd name="csX19" fmla="*/ 23565 w 64651"/>
                    <a:gd name="csY19" fmla="*/ 48727 h 140966"/>
                    <a:gd name="csX20" fmla="*/ 52961 w 64651"/>
                    <a:gd name="csY20" fmla="*/ 48727 h 1409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64651" h="140966">
                      <a:moveTo>
                        <a:pt x="52961" y="48727"/>
                      </a:moveTo>
                      <a:cubicBezTo>
                        <a:pt x="54979" y="48727"/>
                        <a:pt x="56381" y="50339"/>
                        <a:pt x="56381" y="52148"/>
                      </a:cubicBezTo>
                      <a:cubicBezTo>
                        <a:pt x="56381" y="54362"/>
                        <a:pt x="54965" y="55778"/>
                        <a:pt x="52961" y="55778"/>
                      </a:cubicBezTo>
                      <a:lnTo>
                        <a:pt x="23565" y="55778"/>
                      </a:lnTo>
                      <a:lnTo>
                        <a:pt x="23565" y="136733"/>
                      </a:lnTo>
                      <a:cubicBezTo>
                        <a:pt x="23565" y="139144"/>
                        <a:pt x="21546" y="140967"/>
                        <a:pt x="19135" y="140967"/>
                      </a:cubicBezTo>
                      <a:cubicBezTo>
                        <a:pt x="16724" y="140967"/>
                        <a:pt x="14705" y="139158"/>
                        <a:pt x="14705" y="136733"/>
                      </a:cubicBezTo>
                      <a:lnTo>
                        <a:pt x="14705" y="55778"/>
                      </a:lnTo>
                      <a:lnTo>
                        <a:pt x="3420" y="55778"/>
                      </a:lnTo>
                      <a:cubicBezTo>
                        <a:pt x="1612" y="55778"/>
                        <a:pt x="0" y="54362"/>
                        <a:pt x="0" y="52148"/>
                      </a:cubicBezTo>
                      <a:cubicBezTo>
                        <a:pt x="0" y="50339"/>
                        <a:pt x="1612" y="48727"/>
                        <a:pt x="3420" y="48727"/>
                      </a:cubicBezTo>
                      <a:lnTo>
                        <a:pt x="14705" y="48727"/>
                      </a:lnTo>
                      <a:lnTo>
                        <a:pt x="14705" y="29999"/>
                      </a:lnTo>
                      <a:cubicBezTo>
                        <a:pt x="14705" y="13289"/>
                        <a:pt x="20551" y="0"/>
                        <a:pt x="39882" y="0"/>
                      </a:cubicBezTo>
                      <a:cubicBezTo>
                        <a:pt x="45517" y="0"/>
                        <a:pt x="52372" y="1416"/>
                        <a:pt x="58007" y="4233"/>
                      </a:cubicBezTo>
                      <a:cubicBezTo>
                        <a:pt x="61834" y="6252"/>
                        <a:pt x="64652" y="8663"/>
                        <a:pt x="64652" y="11074"/>
                      </a:cubicBezTo>
                      <a:cubicBezTo>
                        <a:pt x="64652" y="13485"/>
                        <a:pt x="63040" y="14901"/>
                        <a:pt x="61021" y="14901"/>
                      </a:cubicBezTo>
                      <a:cubicBezTo>
                        <a:pt x="57601" y="14901"/>
                        <a:pt x="52961" y="8060"/>
                        <a:pt x="41284" y="8060"/>
                      </a:cubicBezTo>
                      <a:cubicBezTo>
                        <a:pt x="27588" y="8060"/>
                        <a:pt x="23565" y="15911"/>
                        <a:pt x="23565" y="30405"/>
                      </a:cubicBezTo>
                      <a:lnTo>
                        <a:pt x="23565" y="48727"/>
                      </a:lnTo>
                      <a:lnTo>
                        <a:pt x="52961" y="4872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BD86F6D7-5EFC-D500-73DB-5152B5FA6211}"/>
                    </a:ext>
                  </a:extLst>
                </p:cNvPr>
                <p:cNvSpPr/>
                <p:nvPr/>
              </p:nvSpPr>
              <p:spPr>
                <a:xfrm>
                  <a:off x="575982" y="3205740"/>
                  <a:ext cx="94847" cy="94061"/>
                </a:xfrm>
                <a:custGeom>
                  <a:avLst/>
                  <a:gdLst>
                    <a:gd name="csX0" fmla="*/ 12883 w 94847"/>
                    <a:gd name="csY0" fmla="*/ 14102 h 94061"/>
                    <a:gd name="csX1" fmla="*/ 47522 w 94847"/>
                    <a:gd name="csY1" fmla="*/ 0 h 94061"/>
                    <a:gd name="csX2" fmla="*/ 81964 w 94847"/>
                    <a:gd name="csY2" fmla="*/ 14102 h 94061"/>
                    <a:gd name="csX3" fmla="*/ 94847 w 94847"/>
                    <a:gd name="csY3" fmla="*/ 46933 h 94061"/>
                    <a:gd name="csX4" fmla="*/ 81964 w 94847"/>
                    <a:gd name="csY4" fmla="*/ 79960 h 94061"/>
                    <a:gd name="csX5" fmla="*/ 47522 w 94847"/>
                    <a:gd name="csY5" fmla="*/ 94062 h 94061"/>
                    <a:gd name="csX6" fmla="*/ 12883 w 94847"/>
                    <a:gd name="csY6" fmla="*/ 79960 h 94061"/>
                    <a:gd name="csX7" fmla="*/ 0 w 94847"/>
                    <a:gd name="csY7" fmla="*/ 46933 h 94061"/>
                    <a:gd name="csX8" fmla="*/ 12883 w 94847"/>
                    <a:gd name="csY8" fmla="*/ 14102 h 94061"/>
                    <a:gd name="csX9" fmla="*/ 18728 w 94847"/>
                    <a:gd name="csY9" fmla="*/ 74310 h 94061"/>
                    <a:gd name="csX10" fmla="*/ 47522 w 94847"/>
                    <a:gd name="csY10" fmla="*/ 86590 h 94061"/>
                    <a:gd name="csX11" fmla="*/ 76119 w 94847"/>
                    <a:gd name="csY11" fmla="*/ 74310 h 94061"/>
                    <a:gd name="csX12" fmla="*/ 86184 w 94847"/>
                    <a:gd name="csY12" fmla="*/ 46919 h 94061"/>
                    <a:gd name="csX13" fmla="*/ 76119 w 94847"/>
                    <a:gd name="csY13" fmla="*/ 19738 h 94061"/>
                    <a:gd name="csX14" fmla="*/ 47522 w 94847"/>
                    <a:gd name="csY14" fmla="*/ 7247 h 94061"/>
                    <a:gd name="csX15" fmla="*/ 18728 w 94847"/>
                    <a:gd name="csY15" fmla="*/ 19738 h 94061"/>
                    <a:gd name="csX16" fmla="*/ 8860 w 94847"/>
                    <a:gd name="csY16" fmla="*/ 46919 h 94061"/>
                    <a:gd name="csX17" fmla="*/ 18728 w 94847"/>
                    <a:gd name="csY17" fmla="*/ 74310 h 940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94847" h="94061">
                      <a:moveTo>
                        <a:pt x="12883" y="14102"/>
                      </a:moveTo>
                      <a:cubicBezTo>
                        <a:pt x="21336" y="5243"/>
                        <a:pt x="33419" y="0"/>
                        <a:pt x="47522" y="0"/>
                      </a:cubicBezTo>
                      <a:cubicBezTo>
                        <a:pt x="61624" y="0"/>
                        <a:pt x="73497" y="5243"/>
                        <a:pt x="81964" y="14102"/>
                      </a:cubicBezTo>
                      <a:cubicBezTo>
                        <a:pt x="90025" y="22359"/>
                        <a:pt x="94847" y="34036"/>
                        <a:pt x="94847" y="46933"/>
                      </a:cubicBezTo>
                      <a:cubicBezTo>
                        <a:pt x="94847" y="59830"/>
                        <a:pt x="90011" y="71703"/>
                        <a:pt x="81964" y="79960"/>
                      </a:cubicBezTo>
                      <a:cubicBezTo>
                        <a:pt x="73511" y="88623"/>
                        <a:pt x="61428" y="94062"/>
                        <a:pt x="47522" y="94062"/>
                      </a:cubicBezTo>
                      <a:cubicBezTo>
                        <a:pt x="33616" y="94062"/>
                        <a:pt x="21350" y="88623"/>
                        <a:pt x="12883" y="79960"/>
                      </a:cubicBezTo>
                      <a:cubicBezTo>
                        <a:pt x="4822" y="71703"/>
                        <a:pt x="0" y="60026"/>
                        <a:pt x="0" y="46933"/>
                      </a:cubicBezTo>
                      <a:cubicBezTo>
                        <a:pt x="0" y="33840"/>
                        <a:pt x="4836" y="22359"/>
                        <a:pt x="12883" y="14102"/>
                      </a:cubicBezTo>
                      <a:close/>
                      <a:moveTo>
                        <a:pt x="18728" y="74310"/>
                      </a:moveTo>
                      <a:cubicBezTo>
                        <a:pt x="25779" y="81964"/>
                        <a:pt x="35845" y="86590"/>
                        <a:pt x="47522" y="86590"/>
                      </a:cubicBezTo>
                      <a:cubicBezTo>
                        <a:pt x="59199" y="86590"/>
                        <a:pt x="69068" y="81964"/>
                        <a:pt x="76119" y="74310"/>
                      </a:cubicBezTo>
                      <a:cubicBezTo>
                        <a:pt x="82357" y="67259"/>
                        <a:pt x="86184" y="57601"/>
                        <a:pt x="86184" y="46919"/>
                      </a:cubicBezTo>
                      <a:cubicBezTo>
                        <a:pt x="86184" y="36237"/>
                        <a:pt x="82357" y="26775"/>
                        <a:pt x="76119" y="19738"/>
                      </a:cubicBezTo>
                      <a:cubicBezTo>
                        <a:pt x="69068" y="12084"/>
                        <a:pt x="59003" y="7247"/>
                        <a:pt x="47522" y="7247"/>
                      </a:cubicBezTo>
                      <a:cubicBezTo>
                        <a:pt x="36041" y="7247"/>
                        <a:pt x="25779" y="12084"/>
                        <a:pt x="18728" y="19738"/>
                      </a:cubicBezTo>
                      <a:cubicBezTo>
                        <a:pt x="12490" y="26789"/>
                        <a:pt x="8860" y="36251"/>
                        <a:pt x="8860" y="46919"/>
                      </a:cubicBezTo>
                      <a:cubicBezTo>
                        <a:pt x="8860" y="57587"/>
                        <a:pt x="12490" y="67259"/>
                        <a:pt x="18728" y="7431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149B1C34-DEB4-A625-92E3-4CCA2617C956}"/>
                    </a:ext>
                  </a:extLst>
                </p:cNvPr>
                <p:cNvSpPr/>
                <p:nvPr/>
              </p:nvSpPr>
              <p:spPr>
                <a:xfrm>
                  <a:off x="696006" y="3205740"/>
                  <a:ext cx="57796" cy="94047"/>
                </a:xfrm>
                <a:custGeom>
                  <a:avLst/>
                  <a:gdLst>
                    <a:gd name="csX0" fmla="*/ 52961 w 57796"/>
                    <a:gd name="csY0" fmla="*/ 4444 h 94047"/>
                    <a:gd name="csX1" fmla="*/ 57797 w 57796"/>
                    <a:gd name="csY1" fmla="*/ 10682 h 94047"/>
                    <a:gd name="csX2" fmla="*/ 53774 w 57796"/>
                    <a:gd name="csY2" fmla="*/ 14509 h 94047"/>
                    <a:gd name="csX3" fmla="*/ 45111 w 57796"/>
                    <a:gd name="csY3" fmla="*/ 10275 h 94047"/>
                    <a:gd name="csX4" fmla="*/ 34835 w 57796"/>
                    <a:gd name="csY4" fmla="*/ 8060 h 94047"/>
                    <a:gd name="csX5" fmla="*/ 16513 w 57796"/>
                    <a:gd name="csY5" fmla="*/ 17719 h 94047"/>
                    <a:gd name="csX6" fmla="*/ 8860 w 57796"/>
                    <a:gd name="csY6" fmla="*/ 43695 h 94047"/>
                    <a:gd name="csX7" fmla="*/ 8860 w 57796"/>
                    <a:gd name="csY7" fmla="*/ 89814 h 94047"/>
                    <a:gd name="csX8" fmla="*/ 4430 w 57796"/>
                    <a:gd name="csY8" fmla="*/ 94048 h 94047"/>
                    <a:gd name="csX9" fmla="*/ 0 w 57796"/>
                    <a:gd name="csY9" fmla="*/ 89814 h 94047"/>
                    <a:gd name="csX10" fmla="*/ 0 w 57796"/>
                    <a:gd name="csY10" fmla="*/ 4234 h 94047"/>
                    <a:gd name="csX11" fmla="*/ 4430 w 57796"/>
                    <a:gd name="csY11" fmla="*/ 0 h 94047"/>
                    <a:gd name="csX12" fmla="*/ 8860 w 57796"/>
                    <a:gd name="csY12" fmla="*/ 4234 h 94047"/>
                    <a:gd name="csX13" fmla="*/ 8860 w 57796"/>
                    <a:gd name="csY13" fmla="*/ 18532 h 94047"/>
                    <a:gd name="csX14" fmla="*/ 9056 w 57796"/>
                    <a:gd name="csY14" fmla="*/ 18532 h 94047"/>
                    <a:gd name="csX15" fmla="*/ 36041 w 57796"/>
                    <a:gd name="csY15" fmla="*/ 0 h 94047"/>
                    <a:gd name="csX16" fmla="*/ 52961 w 57796"/>
                    <a:gd name="csY16" fmla="*/ 4430 h 94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7796" h="94047">
                      <a:moveTo>
                        <a:pt x="52961" y="4444"/>
                      </a:moveTo>
                      <a:cubicBezTo>
                        <a:pt x="56381" y="6659"/>
                        <a:pt x="57797" y="8271"/>
                        <a:pt x="57797" y="10682"/>
                      </a:cubicBezTo>
                      <a:cubicBezTo>
                        <a:pt x="57797" y="12897"/>
                        <a:pt x="55989" y="14509"/>
                        <a:pt x="53774" y="14509"/>
                      </a:cubicBezTo>
                      <a:cubicBezTo>
                        <a:pt x="51559" y="14509"/>
                        <a:pt x="50550" y="12897"/>
                        <a:pt x="45111" y="10275"/>
                      </a:cubicBezTo>
                      <a:cubicBezTo>
                        <a:pt x="42293" y="8873"/>
                        <a:pt x="39069" y="8060"/>
                        <a:pt x="34835" y="8060"/>
                      </a:cubicBezTo>
                      <a:cubicBezTo>
                        <a:pt x="27784" y="8060"/>
                        <a:pt x="21350" y="11074"/>
                        <a:pt x="16513" y="17719"/>
                      </a:cubicBezTo>
                      <a:cubicBezTo>
                        <a:pt x="11481" y="24560"/>
                        <a:pt x="8860" y="34835"/>
                        <a:pt x="8860" y="43695"/>
                      </a:cubicBezTo>
                      <a:lnTo>
                        <a:pt x="8860" y="89814"/>
                      </a:lnTo>
                      <a:cubicBezTo>
                        <a:pt x="8860" y="92226"/>
                        <a:pt x="6841" y="94048"/>
                        <a:pt x="4430" y="94048"/>
                      </a:cubicBezTo>
                      <a:cubicBezTo>
                        <a:pt x="2019" y="94048"/>
                        <a:pt x="0" y="92240"/>
                        <a:pt x="0" y="89814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18532"/>
                      </a:lnTo>
                      <a:lnTo>
                        <a:pt x="9056" y="18532"/>
                      </a:lnTo>
                      <a:cubicBezTo>
                        <a:pt x="13079" y="7458"/>
                        <a:pt x="22948" y="0"/>
                        <a:pt x="36041" y="0"/>
                      </a:cubicBezTo>
                      <a:cubicBezTo>
                        <a:pt x="43288" y="0"/>
                        <a:pt x="49526" y="2215"/>
                        <a:pt x="52961" y="44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4E41C157-C10E-A5BB-FE1F-E06C56745775}"/>
                    </a:ext>
                  </a:extLst>
                </p:cNvPr>
                <p:cNvSpPr/>
                <p:nvPr/>
              </p:nvSpPr>
              <p:spPr>
                <a:xfrm>
                  <a:off x="811978" y="3205768"/>
                  <a:ext cx="86394" cy="94033"/>
                </a:xfrm>
                <a:custGeom>
                  <a:avLst/>
                  <a:gdLst>
                    <a:gd name="csX0" fmla="*/ 82567 w 86394"/>
                    <a:gd name="csY0" fmla="*/ 80534 h 94033"/>
                    <a:gd name="csX1" fmla="*/ 77128 w 86394"/>
                    <a:gd name="csY1" fmla="*/ 86380 h 94033"/>
                    <a:gd name="csX2" fmla="*/ 46919 w 86394"/>
                    <a:gd name="csY2" fmla="*/ 94034 h 94033"/>
                    <a:gd name="csX3" fmla="*/ 11074 w 86394"/>
                    <a:gd name="csY3" fmla="*/ 78530 h 94033"/>
                    <a:gd name="csX4" fmla="*/ 0 w 86394"/>
                    <a:gd name="csY4" fmla="*/ 45713 h 94033"/>
                    <a:gd name="csX5" fmla="*/ 11677 w 86394"/>
                    <a:gd name="csY5" fmla="*/ 13500 h 94033"/>
                    <a:gd name="csX6" fmla="*/ 44508 w 86394"/>
                    <a:gd name="csY6" fmla="*/ 0 h 94033"/>
                    <a:gd name="csX7" fmla="*/ 75516 w 86394"/>
                    <a:gd name="csY7" fmla="*/ 12883 h 94033"/>
                    <a:gd name="csX8" fmla="*/ 86394 w 86394"/>
                    <a:gd name="csY8" fmla="*/ 43092 h 94033"/>
                    <a:gd name="csX9" fmla="*/ 81165 w 86394"/>
                    <a:gd name="csY9" fmla="*/ 48727 h 94033"/>
                    <a:gd name="csX10" fmla="*/ 9280 w 86394"/>
                    <a:gd name="csY10" fmla="*/ 48727 h 94033"/>
                    <a:gd name="csX11" fmla="*/ 17733 w 86394"/>
                    <a:gd name="csY11" fmla="*/ 73091 h 94033"/>
                    <a:gd name="csX12" fmla="*/ 47339 w 86394"/>
                    <a:gd name="csY12" fmla="*/ 86380 h 94033"/>
                    <a:gd name="csX13" fmla="*/ 72306 w 86394"/>
                    <a:gd name="csY13" fmla="*/ 80338 h 94033"/>
                    <a:gd name="csX14" fmla="*/ 79147 w 86394"/>
                    <a:gd name="csY14" fmla="*/ 76707 h 94033"/>
                    <a:gd name="csX15" fmla="*/ 82567 w 86394"/>
                    <a:gd name="csY15" fmla="*/ 80534 h 94033"/>
                    <a:gd name="csX16" fmla="*/ 77745 w 86394"/>
                    <a:gd name="csY16" fmla="*/ 41872 h 94033"/>
                    <a:gd name="csX17" fmla="*/ 69082 w 86394"/>
                    <a:gd name="csY17" fmla="*/ 18111 h 94033"/>
                    <a:gd name="csX18" fmla="*/ 44508 w 86394"/>
                    <a:gd name="csY18" fmla="*/ 7640 h 94033"/>
                    <a:gd name="csX19" fmla="*/ 17523 w 86394"/>
                    <a:gd name="csY19" fmla="*/ 19317 h 94033"/>
                    <a:gd name="csX20" fmla="*/ 9266 w 86394"/>
                    <a:gd name="csY20" fmla="*/ 41872 h 94033"/>
                    <a:gd name="csX21" fmla="*/ 77731 w 86394"/>
                    <a:gd name="csY21" fmla="*/ 41872 h 940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86394" h="94033">
                      <a:moveTo>
                        <a:pt x="82567" y="80534"/>
                      </a:moveTo>
                      <a:cubicBezTo>
                        <a:pt x="82567" y="82553"/>
                        <a:pt x="80955" y="84151"/>
                        <a:pt x="77128" y="86380"/>
                      </a:cubicBezTo>
                      <a:cubicBezTo>
                        <a:pt x="70077" y="90403"/>
                        <a:pt x="59409" y="94034"/>
                        <a:pt x="46919" y="94034"/>
                      </a:cubicBezTo>
                      <a:cubicBezTo>
                        <a:pt x="32018" y="94034"/>
                        <a:pt x="19527" y="88399"/>
                        <a:pt x="11074" y="78530"/>
                      </a:cubicBezTo>
                      <a:cubicBezTo>
                        <a:pt x="4233" y="70469"/>
                        <a:pt x="0" y="59199"/>
                        <a:pt x="0" y="45713"/>
                      </a:cubicBezTo>
                      <a:cubicBezTo>
                        <a:pt x="0" y="33223"/>
                        <a:pt x="4023" y="21952"/>
                        <a:pt x="11677" y="13500"/>
                      </a:cubicBezTo>
                      <a:cubicBezTo>
                        <a:pt x="18925" y="5243"/>
                        <a:pt x="29999" y="0"/>
                        <a:pt x="44508" y="0"/>
                      </a:cubicBezTo>
                      <a:cubicBezTo>
                        <a:pt x="57797" y="0"/>
                        <a:pt x="68465" y="5243"/>
                        <a:pt x="75516" y="12883"/>
                      </a:cubicBezTo>
                      <a:cubicBezTo>
                        <a:pt x="82763" y="20733"/>
                        <a:pt x="86394" y="31415"/>
                        <a:pt x="86394" y="43092"/>
                      </a:cubicBezTo>
                      <a:cubicBezTo>
                        <a:pt x="86394" y="45910"/>
                        <a:pt x="84782" y="48727"/>
                        <a:pt x="81165" y="48727"/>
                      </a:cubicBezTo>
                      <a:lnTo>
                        <a:pt x="9280" y="48727"/>
                      </a:lnTo>
                      <a:cubicBezTo>
                        <a:pt x="9687" y="58386"/>
                        <a:pt x="12504" y="66853"/>
                        <a:pt x="17733" y="73091"/>
                      </a:cubicBezTo>
                      <a:cubicBezTo>
                        <a:pt x="24378" y="81544"/>
                        <a:pt x="34653" y="86380"/>
                        <a:pt x="47339" y="86380"/>
                      </a:cubicBezTo>
                      <a:cubicBezTo>
                        <a:pt x="56802" y="86380"/>
                        <a:pt x="65871" y="83969"/>
                        <a:pt x="72306" y="80338"/>
                      </a:cubicBezTo>
                      <a:cubicBezTo>
                        <a:pt x="76133" y="78123"/>
                        <a:pt x="77338" y="76707"/>
                        <a:pt x="79147" y="76707"/>
                      </a:cubicBezTo>
                      <a:cubicBezTo>
                        <a:pt x="81165" y="76707"/>
                        <a:pt x="82567" y="78726"/>
                        <a:pt x="82567" y="80534"/>
                      </a:cubicBezTo>
                      <a:close/>
                      <a:moveTo>
                        <a:pt x="77745" y="41872"/>
                      </a:moveTo>
                      <a:cubicBezTo>
                        <a:pt x="77549" y="31807"/>
                        <a:pt x="74324" y="23550"/>
                        <a:pt x="69082" y="18111"/>
                      </a:cubicBezTo>
                      <a:cubicBezTo>
                        <a:pt x="63643" y="11873"/>
                        <a:pt x="55190" y="7640"/>
                        <a:pt x="44508" y="7640"/>
                      </a:cubicBezTo>
                      <a:cubicBezTo>
                        <a:pt x="32424" y="7640"/>
                        <a:pt x="23368" y="12070"/>
                        <a:pt x="17523" y="19317"/>
                      </a:cubicBezTo>
                      <a:cubicBezTo>
                        <a:pt x="12686" y="24952"/>
                        <a:pt x="9673" y="33419"/>
                        <a:pt x="9266" y="41872"/>
                      </a:cubicBezTo>
                      <a:lnTo>
                        <a:pt x="77731" y="418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A3A2B989-6E7B-7D6C-F303-F53D274D9230}"/>
                    </a:ext>
                  </a:extLst>
                </p:cNvPr>
                <p:cNvSpPr/>
                <p:nvPr/>
              </p:nvSpPr>
              <p:spPr>
                <a:xfrm>
                  <a:off x="923142" y="3205754"/>
                  <a:ext cx="79945" cy="94047"/>
                </a:xfrm>
                <a:custGeom>
                  <a:avLst/>
                  <a:gdLst>
                    <a:gd name="csX0" fmla="*/ 71282 w 79945"/>
                    <a:gd name="csY0" fmla="*/ 41283 h 94047"/>
                    <a:gd name="csX1" fmla="*/ 62619 w 79945"/>
                    <a:gd name="csY1" fmla="*/ 14705 h 94047"/>
                    <a:gd name="csX2" fmla="*/ 41676 w 79945"/>
                    <a:gd name="csY2" fmla="*/ 8060 h 94047"/>
                    <a:gd name="csX3" fmla="*/ 14495 w 79945"/>
                    <a:gd name="csY3" fmla="*/ 23971 h 94047"/>
                    <a:gd name="csX4" fmla="*/ 8860 w 79945"/>
                    <a:gd name="csY4" fmla="*/ 46723 h 94047"/>
                    <a:gd name="csX5" fmla="*/ 8860 w 79945"/>
                    <a:gd name="csY5" fmla="*/ 89814 h 94047"/>
                    <a:gd name="csX6" fmla="*/ 4430 w 79945"/>
                    <a:gd name="csY6" fmla="*/ 94048 h 94047"/>
                    <a:gd name="csX7" fmla="*/ 0 w 79945"/>
                    <a:gd name="csY7" fmla="*/ 89814 h 94047"/>
                    <a:gd name="csX8" fmla="*/ 0 w 79945"/>
                    <a:gd name="csY8" fmla="*/ 4234 h 94047"/>
                    <a:gd name="csX9" fmla="*/ 4430 w 79945"/>
                    <a:gd name="csY9" fmla="*/ 0 h 94047"/>
                    <a:gd name="csX10" fmla="*/ 8860 w 79945"/>
                    <a:gd name="csY10" fmla="*/ 4234 h 94047"/>
                    <a:gd name="csX11" fmla="*/ 8860 w 79945"/>
                    <a:gd name="csY11" fmla="*/ 20144 h 94047"/>
                    <a:gd name="csX12" fmla="*/ 43092 w 79945"/>
                    <a:gd name="csY12" fmla="*/ 0 h 94047"/>
                    <a:gd name="csX13" fmla="*/ 69068 w 79945"/>
                    <a:gd name="csY13" fmla="*/ 7850 h 94047"/>
                    <a:gd name="csX14" fmla="*/ 79946 w 79945"/>
                    <a:gd name="csY14" fmla="*/ 39055 h 94047"/>
                    <a:gd name="csX15" fmla="*/ 79946 w 79945"/>
                    <a:gd name="csY15" fmla="*/ 89800 h 94047"/>
                    <a:gd name="csX16" fmla="*/ 75516 w 79945"/>
                    <a:gd name="csY16" fmla="*/ 94034 h 94047"/>
                    <a:gd name="csX17" fmla="*/ 71282 w 79945"/>
                    <a:gd name="csY17" fmla="*/ 89800 h 94047"/>
                    <a:gd name="csX18" fmla="*/ 71282 w 79945"/>
                    <a:gd name="csY18" fmla="*/ 41269 h 94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45" h="94047">
                      <a:moveTo>
                        <a:pt x="71282" y="41283"/>
                      </a:moveTo>
                      <a:cubicBezTo>
                        <a:pt x="71282" y="29200"/>
                        <a:pt x="68871" y="20340"/>
                        <a:pt x="62619" y="14705"/>
                      </a:cubicBezTo>
                      <a:cubicBezTo>
                        <a:pt x="57783" y="10275"/>
                        <a:pt x="51138" y="8060"/>
                        <a:pt x="41676" y="8060"/>
                      </a:cubicBezTo>
                      <a:cubicBezTo>
                        <a:pt x="29999" y="8060"/>
                        <a:pt x="20537" y="13093"/>
                        <a:pt x="14495" y="23971"/>
                      </a:cubicBezTo>
                      <a:cubicBezTo>
                        <a:pt x="10864" y="30812"/>
                        <a:pt x="8860" y="38676"/>
                        <a:pt x="8860" y="46723"/>
                      </a:cubicBezTo>
                      <a:lnTo>
                        <a:pt x="8860" y="89814"/>
                      </a:lnTo>
                      <a:cubicBezTo>
                        <a:pt x="8860" y="92226"/>
                        <a:pt x="6841" y="94048"/>
                        <a:pt x="4430" y="94048"/>
                      </a:cubicBezTo>
                      <a:cubicBezTo>
                        <a:pt x="2019" y="94048"/>
                        <a:pt x="0" y="92240"/>
                        <a:pt x="0" y="89814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20144"/>
                      </a:lnTo>
                      <a:cubicBezTo>
                        <a:pt x="15098" y="7458"/>
                        <a:pt x="27181" y="0"/>
                        <a:pt x="43092" y="0"/>
                      </a:cubicBezTo>
                      <a:cubicBezTo>
                        <a:pt x="54166" y="0"/>
                        <a:pt x="62830" y="2621"/>
                        <a:pt x="69068" y="7850"/>
                      </a:cubicBezTo>
                      <a:cubicBezTo>
                        <a:pt x="76315" y="14298"/>
                        <a:pt x="79946" y="24770"/>
                        <a:pt x="79946" y="39055"/>
                      </a:cubicBezTo>
                      <a:lnTo>
                        <a:pt x="79946" y="89800"/>
                      </a:lnTo>
                      <a:cubicBezTo>
                        <a:pt x="79946" y="92212"/>
                        <a:pt x="77927" y="94034"/>
                        <a:pt x="75516" y="94034"/>
                      </a:cubicBezTo>
                      <a:cubicBezTo>
                        <a:pt x="73105" y="94034"/>
                        <a:pt x="71282" y="92226"/>
                        <a:pt x="71282" y="89800"/>
                      </a:cubicBezTo>
                      <a:lnTo>
                        <a:pt x="71282" y="412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96D351C4-7F95-608E-FFB8-6F07F2F689C5}"/>
                    </a:ext>
                  </a:extLst>
                </p:cNvPr>
                <p:cNvSpPr/>
                <p:nvPr/>
              </p:nvSpPr>
              <p:spPr>
                <a:xfrm>
                  <a:off x="1026653" y="3205754"/>
                  <a:ext cx="78529" cy="138149"/>
                </a:xfrm>
                <a:custGeom>
                  <a:avLst/>
                  <a:gdLst>
                    <a:gd name="csX0" fmla="*/ 8663 w 78529"/>
                    <a:gd name="csY0" fmla="*/ 118201 h 138149"/>
                    <a:gd name="csX1" fmla="*/ 16920 w 78529"/>
                    <a:gd name="csY1" fmla="*/ 124047 h 138149"/>
                    <a:gd name="csX2" fmla="*/ 38270 w 78529"/>
                    <a:gd name="csY2" fmla="*/ 130888 h 138149"/>
                    <a:gd name="csX3" fmla="*/ 62227 w 78529"/>
                    <a:gd name="csY3" fmla="*/ 122028 h 138149"/>
                    <a:gd name="csX4" fmla="*/ 69670 w 78529"/>
                    <a:gd name="csY4" fmla="*/ 96459 h 138149"/>
                    <a:gd name="csX5" fmla="*/ 69670 w 78529"/>
                    <a:gd name="csY5" fmla="*/ 82960 h 138149"/>
                    <a:gd name="csX6" fmla="*/ 39868 w 78529"/>
                    <a:gd name="csY6" fmla="*/ 93838 h 138149"/>
                    <a:gd name="csX7" fmla="*/ 11271 w 78529"/>
                    <a:gd name="csY7" fmla="*/ 81151 h 138149"/>
                    <a:gd name="csX8" fmla="*/ 0 w 78529"/>
                    <a:gd name="csY8" fmla="*/ 46723 h 138149"/>
                    <a:gd name="csX9" fmla="*/ 11271 w 78529"/>
                    <a:gd name="csY9" fmla="*/ 12686 h 138149"/>
                    <a:gd name="csX10" fmla="*/ 39671 w 78529"/>
                    <a:gd name="csY10" fmla="*/ 0 h 138149"/>
                    <a:gd name="csX11" fmla="*/ 69670 w 78529"/>
                    <a:gd name="csY11" fmla="*/ 10472 h 138149"/>
                    <a:gd name="csX12" fmla="*/ 69670 w 78529"/>
                    <a:gd name="csY12" fmla="*/ 4234 h 138149"/>
                    <a:gd name="csX13" fmla="*/ 74100 w 78529"/>
                    <a:gd name="csY13" fmla="*/ 0 h 138149"/>
                    <a:gd name="csX14" fmla="*/ 78530 w 78529"/>
                    <a:gd name="csY14" fmla="*/ 4234 h 138149"/>
                    <a:gd name="csX15" fmla="*/ 78530 w 78529"/>
                    <a:gd name="csY15" fmla="*/ 95253 h 138149"/>
                    <a:gd name="csX16" fmla="*/ 68254 w 78529"/>
                    <a:gd name="csY16" fmla="*/ 127271 h 138149"/>
                    <a:gd name="csX17" fmla="*/ 38452 w 78529"/>
                    <a:gd name="csY17" fmla="*/ 138149 h 138149"/>
                    <a:gd name="csX18" fmla="*/ 12672 w 78529"/>
                    <a:gd name="csY18" fmla="*/ 130495 h 138149"/>
                    <a:gd name="csX19" fmla="*/ 5018 w 78529"/>
                    <a:gd name="csY19" fmla="*/ 122042 h 138149"/>
                    <a:gd name="csX20" fmla="*/ 8649 w 78529"/>
                    <a:gd name="csY20" fmla="*/ 118215 h 138149"/>
                    <a:gd name="csX21" fmla="*/ 69670 w 78529"/>
                    <a:gd name="csY21" fmla="*/ 74507 h 138149"/>
                    <a:gd name="csX22" fmla="*/ 69670 w 78529"/>
                    <a:gd name="csY22" fmla="*/ 18728 h 138149"/>
                    <a:gd name="csX23" fmla="*/ 40667 w 78529"/>
                    <a:gd name="csY23" fmla="*/ 7654 h 138149"/>
                    <a:gd name="csX24" fmla="*/ 17509 w 78529"/>
                    <a:gd name="csY24" fmla="*/ 18728 h 138149"/>
                    <a:gd name="csX25" fmla="*/ 9056 w 78529"/>
                    <a:gd name="csY25" fmla="*/ 46723 h 138149"/>
                    <a:gd name="csX26" fmla="*/ 17509 w 78529"/>
                    <a:gd name="csY26" fmla="*/ 75320 h 138149"/>
                    <a:gd name="csX27" fmla="*/ 40667 w 78529"/>
                    <a:gd name="csY27" fmla="*/ 85987 h 138149"/>
                    <a:gd name="csX28" fmla="*/ 69670 w 78529"/>
                    <a:gd name="csY28" fmla="*/ 74507 h 1381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78529" h="138149">
                      <a:moveTo>
                        <a:pt x="8663" y="118201"/>
                      </a:moveTo>
                      <a:cubicBezTo>
                        <a:pt x="11481" y="118201"/>
                        <a:pt x="11887" y="120010"/>
                        <a:pt x="16920" y="124047"/>
                      </a:cubicBezTo>
                      <a:cubicBezTo>
                        <a:pt x="23368" y="129276"/>
                        <a:pt x="30812" y="130888"/>
                        <a:pt x="38270" y="130888"/>
                      </a:cubicBezTo>
                      <a:cubicBezTo>
                        <a:pt x="49540" y="130888"/>
                        <a:pt x="57404" y="127664"/>
                        <a:pt x="62227" y="122028"/>
                      </a:cubicBezTo>
                      <a:cubicBezTo>
                        <a:pt x="67259" y="115986"/>
                        <a:pt x="69670" y="107323"/>
                        <a:pt x="69670" y="96459"/>
                      </a:cubicBezTo>
                      <a:lnTo>
                        <a:pt x="69670" y="82960"/>
                      </a:lnTo>
                      <a:cubicBezTo>
                        <a:pt x="60615" y="91216"/>
                        <a:pt x="50746" y="93838"/>
                        <a:pt x="39868" y="93838"/>
                      </a:cubicBezTo>
                      <a:cubicBezTo>
                        <a:pt x="27181" y="93838"/>
                        <a:pt x="17915" y="88805"/>
                        <a:pt x="11271" y="81151"/>
                      </a:cubicBezTo>
                      <a:cubicBezTo>
                        <a:pt x="3827" y="72292"/>
                        <a:pt x="0" y="59801"/>
                        <a:pt x="0" y="46723"/>
                      </a:cubicBezTo>
                      <a:cubicBezTo>
                        <a:pt x="0" y="33644"/>
                        <a:pt x="3617" y="21546"/>
                        <a:pt x="11271" y="12686"/>
                      </a:cubicBezTo>
                      <a:cubicBezTo>
                        <a:pt x="17719" y="5032"/>
                        <a:pt x="27181" y="0"/>
                        <a:pt x="39671" y="0"/>
                      </a:cubicBezTo>
                      <a:cubicBezTo>
                        <a:pt x="54377" y="0"/>
                        <a:pt x="63236" y="5439"/>
                        <a:pt x="69670" y="10472"/>
                      </a:cubicBezTo>
                      <a:lnTo>
                        <a:pt x="69670" y="4234"/>
                      </a:lnTo>
                      <a:cubicBezTo>
                        <a:pt x="69670" y="1822"/>
                        <a:pt x="71689" y="0"/>
                        <a:pt x="74100" y="0"/>
                      </a:cubicBezTo>
                      <a:cubicBezTo>
                        <a:pt x="76511" y="0"/>
                        <a:pt x="78530" y="1808"/>
                        <a:pt x="78530" y="4234"/>
                      </a:cubicBezTo>
                      <a:lnTo>
                        <a:pt x="78530" y="95253"/>
                      </a:lnTo>
                      <a:cubicBezTo>
                        <a:pt x="78530" y="109146"/>
                        <a:pt x="75109" y="120024"/>
                        <a:pt x="68254" y="127271"/>
                      </a:cubicBezTo>
                      <a:cubicBezTo>
                        <a:pt x="61610" y="134518"/>
                        <a:pt x="51741" y="138149"/>
                        <a:pt x="38452" y="138149"/>
                      </a:cubicBezTo>
                      <a:cubicBezTo>
                        <a:pt x="27784" y="138149"/>
                        <a:pt x="19920" y="135934"/>
                        <a:pt x="12672" y="130495"/>
                      </a:cubicBezTo>
                      <a:cubicBezTo>
                        <a:pt x="7836" y="127467"/>
                        <a:pt x="5018" y="124650"/>
                        <a:pt x="5018" y="122042"/>
                      </a:cubicBezTo>
                      <a:cubicBezTo>
                        <a:pt x="5018" y="120024"/>
                        <a:pt x="6420" y="118215"/>
                        <a:pt x="8649" y="118215"/>
                      </a:cubicBezTo>
                      <a:close/>
                      <a:moveTo>
                        <a:pt x="69670" y="74507"/>
                      </a:moveTo>
                      <a:lnTo>
                        <a:pt x="69670" y="18728"/>
                      </a:lnTo>
                      <a:cubicBezTo>
                        <a:pt x="63628" y="13696"/>
                        <a:pt x="55778" y="7654"/>
                        <a:pt x="40667" y="7654"/>
                      </a:cubicBezTo>
                      <a:cubicBezTo>
                        <a:pt x="30391" y="7654"/>
                        <a:pt x="22737" y="12084"/>
                        <a:pt x="17509" y="18728"/>
                      </a:cubicBezTo>
                      <a:cubicBezTo>
                        <a:pt x="11663" y="25976"/>
                        <a:pt x="9056" y="35844"/>
                        <a:pt x="9056" y="46723"/>
                      </a:cubicBezTo>
                      <a:cubicBezTo>
                        <a:pt x="9056" y="57601"/>
                        <a:pt x="11677" y="67862"/>
                        <a:pt x="17509" y="75320"/>
                      </a:cubicBezTo>
                      <a:cubicBezTo>
                        <a:pt x="22737" y="81964"/>
                        <a:pt x="30195" y="85987"/>
                        <a:pt x="40667" y="85987"/>
                      </a:cubicBezTo>
                      <a:cubicBezTo>
                        <a:pt x="52947" y="85987"/>
                        <a:pt x="61806" y="82371"/>
                        <a:pt x="69670" y="7450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FBA058EF-0ABA-1858-398A-7EF270BEDB7E}"/>
                    </a:ext>
                  </a:extLst>
                </p:cNvPr>
                <p:cNvSpPr/>
                <p:nvPr/>
              </p:nvSpPr>
              <p:spPr>
                <a:xfrm>
                  <a:off x="1134382" y="3157223"/>
                  <a:ext cx="11074" cy="142578"/>
                </a:xfrm>
                <a:custGeom>
                  <a:avLst/>
                  <a:gdLst>
                    <a:gd name="csX0" fmla="*/ 0 w 11074"/>
                    <a:gd name="csY0" fmla="*/ 5439 h 142578"/>
                    <a:gd name="csX1" fmla="*/ 5635 w 11074"/>
                    <a:gd name="csY1" fmla="*/ 0 h 142578"/>
                    <a:gd name="csX2" fmla="*/ 11074 w 11074"/>
                    <a:gd name="csY2" fmla="*/ 5439 h 142578"/>
                    <a:gd name="csX3" fmla="*/ 5635 w 11074"/>
                    <a:gd name="csY3" fmla="*/ 11074 h 142578"/>
                    <a:gd name="csX4" fmla="*/ 0 w 11074"/>
                    <a:gd name="csY4" fmla="*/ 5439 h 142578"/>
                    <a:gd name="csX5" fmla="*/ 5846 w 11074"/>
                    <a:gd name="csY5" fmla="*/ 48531 h 142578"/>
                    <a:gd name="csX6" fmla="*/ 10275 w 11074"/>
                    <a:gd name="csY6" fmla="*/ 52764 h 142578"/>
                    <a:gd name="csX7" fmla="*/ 10275 w 11074"/>
                    <a:gd name="csY7" fmla="*/ 138345 h 142578"/>
                    <a:gd name="csX8" fmla="*/ 5846 w 11074"/>
                    <a:gd name="csY8" fmla="*/ 142579 h 142578"/>
                    <a:gd name="csX9" fmla="*/ 1416 w 11074"/>
                    <a:gd name="csY9" fmla="*/ 138345 h 142578"/>
                    <a:gd name="csX10" fmla="*/ 1416 w 11074"/>
                    <a:gd name="csY10" fmla="*/ 52764 h 142578"/>
                    <a:gd name="csX11" fmla="*/ 5846 w 11074"/>
                    <a:gd name="csY11" fmla="*/ 48531 h 1425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1074" h="142578">
                      <a:moveTo>
                        <a:pt x="0" y="5439"/>
                      </a:moveTo>
                      <a:cubicBezTo>
                        <a:pt x="0" y="2425"/>
                        <a:pt x="2411" y="0"/>
                        <a:pt x="5635" y="0"/>
                      </a:cubicBezTo>
                      <a:cubicBezTo>
                        <a:pt x="8663" y="0"/>
                        <a:pt x="11074" y="2411"/>
                        <a:pt x="11074" y="5439"/>
                      </a:cubicBezTo>
                      <a:cubicBezTo>
                        <a:pt x="11074" y="8663"/>
                        <a:pt x="8663" y="11074"/>
                        <a:pt x="5635" y="11074"/>
                      </a:cubicBezTo>
                      <a:cubicBezTo>
                        <a:pt x="2411" y="11074"/>
                        <a:pt x="0" y="8663"/>
                        <a:pt x="0" y="5439"/>
                      </a:cubicBezTo>
                      <a:close/>
                      <a:moveTo>
                        <a:pt x="5846" y="48531"/>
                      </a:moveTo>
                      <a:cubicBezTo>
                        <a:pt x="8257" y="48531"/>
                        <a:pt x="10275" y="50339"/>
                        <a:pt x="10275" y="52764"/>
                      </a:cubicBezTo>
                      <a:lnTo>
                        <a:pt x="10275" y="138345"/>
                      </a:lnTo>
                      <a:cubicBezTo>
                        <a:pt x="10275" y="140756"/>
                        <a:pt x="8257" y="142579"/>
                        <a:pt x="5846" y="142579"/>
                      </a:cubicBezTo>
                      <a:cubicBezTo>
                        <a:pt x="3434" y="142579"/>
                        <a:pt x="1416" y="140770"/>
                        <a:pt x="1416" y="138345"/>
                      </a:cubicBezTo>
                      <a:lnTo>
                        <a:pt x="1416" y="52764"/>
                      </a:lnTo>
                      <a:cubicBezTo>
                        <a:pt x="1416" y="50353"/>
                        <a:pt x="3434" y="48531"/>
                        <a:pt x="5846" y="4853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02D21B73-D02B-FFDD-AF8A-D41AFC10F757}"/>
                    </a:ext>
                  </a:extLst>
                </p:cNvPr>
                <p:cNvSpPr/>
                <p:nvPr/>
              </p:nvSpPr>
              <p:spPr>
                <a:xfrm>
                  <a:off x="1175273" y="3205754"/>
                  <a:ext cx="79945" cy="94047"/>
                </a:xfrm>
                <a:custGeom>
                  <a:avLst/>
                  <a:gdLst>
                    <a:gd name="csX0" fmla="*/ 71283 w 79945"/>
                    <a:gd name="csY0" fmla="*/ 41283 h 94047"/>
                    <a:gd name="csX1" fmla="*/ 62619 w 79945"/>
                    <a:gd name="csY1" fmla="*/ 14705 h 94047"/>
                    <a:gd name="csX2" fmla="*/ 41676 w 79945"/>
                    <a:gd name="csY2" fmla="*/ 8060 h 94047"/>
                    <a:gd name="csX3" fmla="*/ 14495 w 79945"/>
                    <a:gd name="csY3" fmla="*/ 23971 h 94047"/>
                    <a:gd name="csX4" fmla="*/ 8860 w 79945"/>
                    <a:gd name="csY4" fmla="*/ 46723 h 94047"/>
                    <a:gd name="csX5" fmla="*/ 8860 w 79945"/>
                    <a:gd name="csY5" fmla="*/ 89814 h 94047"/>
                    <a:gd name="csX6" fmla="*/ 4430 w 79945"/>
                    <a:gd name="csY6" fmla="*/ 94048 h 94047"/>
                    <a:gd name="csX7" fmla="*/ 0 w 79945"/>
                    <a:gd name="csY7" fmla="*/ 89814 h 94047"/>
                    <a:gd name="csX8" fmla="*/ 0 w 79945"/>
                    <a:gd name="csY8" fmla="*/ 4234 h 94047"/>
                    <a:gd name="csX9" fmla="*/ 4430 w 79945"/>
                    <a:gd name="csY9" fmla="*/ 0 h 94047"/>
                    <a:gd name="csX10" fmla="*/ 8860 w 79945"/>
                    <a:gd name="csY10" fmla="*/ 4234 h 94047"/>
                    <a:gd name="csX11" fmla="*/ 8860 w 79945"/>
                    <a:gd name="csY11" fmla="*/ 20144 h 94047"/>
                    <a:gd name="csX12" fmla="*/ 43092 w 79945"/>
                    <a:gd name="csY12" fmla="*/ 0 h 94047"/>
                    <a:gd name="csX13" fmla="*/ 69068 w 79945"/>
                    <a:gd name="csY13" fmla="*/ 7850 h 94047"/>
                    <a:gd name="csX14" fmla="*/ 79946 w 79945"/>
                    <a:gd name="csY14" fmla="*/ 39055 h 94047"/>
                    <a:gd name="csX15" fmla="*/ 79946 w 79945"/>
                    <a:gd name="csY15" fmla="*/ 89800 h 94047"/>
                    <a:gd name="csX16" fmla="*/ 75516 w 79945"/>
                    <a:gd name="csY16" fmla="*/ 94034 h 94047"/>
                    <a:gd name="csX17" fmla="*/ 71283 w 79945"/>
                    <a:gd name="csY17" fmla="*/ 89800 h 94047"/>
                    <a:gd name="csX18" fmla="*/ 71283 w 79945"/>
                    <a:gd name="csY18" fmla="*/ 41269 h 94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45" h="94047">
                      <a:moveTo>
                        <a:pt x="71283" y="41283"/>
                      </a:moveTo>
                      <a:cubicBezTo>
                        <a:pt x="71283" y="29200"/>
                        <a:pt x="68871" y="20340"/>
                        <a:pt x="62619" y="14705"/>
                      </a:cubicBezTo>
                      <a:cubicBezTo>
                        <a:pt x="57783" y="10275"/>
                        <a:pt x="51138" y="8060"/>
                        <a:pt x="41676" y="8060"/>
                      </a:cubicBezTo>
                      <a:cubicBezTo>
                        <a:pt x="29999" y="8060"/>
                        <a:pt x="20537" y="13093"/>
                        <a:pt x="14495" y="23971"/>
                      </a:cubicBezTo>
                      <a:cubicBezTo>
                        <a:pt x="10864" y="30812"/>
                        <a:pt x="8860" y="38676"/>
                        <a:pt x="8860" y="46723"/>
                      </a:cubicBezTo>
                      <a:lnTo>
                        <a:pt x="8860" y="89814"/>
                      </a:lnTo>
                      <a:cubicBezTo>
                        <a:pt x="8860" y="92226"/>
                        <a:pt x="6841" y="94048"/>
                        <a:pt x="4430" y="94048"/>
                      </a:cubicBezTo>
                      <a:cubicBezTo>
                        <a:pt x="2019" y="94048"/>
                        <a:pt x="0" y="92240"/>
                        <a:pt x="0" y="89814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20144"/>
                      </a:lnTo>
                      <a:cubicBezTo>
                        <a:pt x="15098" y="7458"/>
                        <a:pt x="27181" y="0"/>
                        <a:pt x="43092" y="0"/>
                      </a:cubicBezTo>
                      <a:cubicBezTo>
                        <a:pt x="54166" y="0"/>
                        <a:pt x="62830" y="2621"/>
                        <a:pt x="69068" y="7850"/>
                      </a:cubicBezTo>
                      <a:cubicBezTo>
                        <a:pt x="76315" y="14298"/>
                        <a:pt x="79946" y="24770"/>
                        <a:pt x="79946" y="39055"/>
                      </a:cubicBezTo>
                      <a:lnTo>
                        <a:pt x="79946" y="89800"/>
                      </a:lnTo>
                      <a:cubicBezTo>
                        <a:pt x="79946" y="92212"/>
                        <a:pt x="77927" y="94034"/>
                        <a:pt x="75516" y="94034"/>
                      </a:cubicBezTo>
                      <a:cubicBezTo>
                        <a:pt x="73105" y="94034"/>
                        <a:pt x="71283" y="92226"/>
                        <a:pt x="71283" y="89800"/>
                      </a:cubicBezTo>
                      <a:lnTo>
                        <a:pt x="71283" y="412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1110B14B-A062-A535-2459-700933F02F42}"/>
                    </a:ext>
                  </a:extLst>
                </p:cNvPr>
                <p:cNvSpPr/>
                <p:nvPr/>
              </p:nvSpPr>
              <p:spPr>
                <a:xfrm>
                  <a:off x="1278770" y="3205768"/>
                  <a:ext cx="86394" cy="94033"/>
                </a:xfrm>
                <a:custGeom>
                  <a:avLst/>
                  <a:gdLst>
                    <a:gd name="csX0" fmla="*/ 82567 w 86394"/>
                    <a:gd name="csY0" fmla="*/ 80534 h 94033"/>
                    <a:gd name="csX1" fmla="*/ 77128 w 86394"/>
                    <a:gd name="csY1" fmla="*/ 86380 h 94033"/>
                    <a:gd name="csX2" fmla="*/ 46919 w 86394"/>
                    <a:gd name="csY2" fmla="*/ 94034 h 94033"/>
                    <a:gd name="csX3" fmla="*/ 11074 w 86394"/>
                    <a:gd name="csY3" fmla="*/ 78530 h 94033"/>
                    <a:gd name="csX4" fmla="*/ 0 w 86394"/>
                    <a:gd name="csY4" fmla="*/ 45713 h 94033"/>
                    <a:gd name="csX5" fmla="*/ 11677 w 86394"/>
                    <a:gd name="csY5" fmla="*/ 13500 h 94033"/>
                    <a:gd name="csX6" fmla="*/ 44508 w 86394"/>
                    <a:gd name="csY6" fmla="*/ 0 h 94033"/>
                    <a:gd name="csX7" fmla="*/ 75516 w 86394"/>
                    <a:gd name="csY7" fmla="*/ 12883 h 94033"/>
                    <a:gd name="csX8" fmla="*/ 86394 w 86394"/>
                    <a:gd name="csY8" fmla="*/ 43092 h 94033"/>
                    <a:gd name="csX9" fmla="*/ 81165 w 86394"/>
                    <a:gd name="csY9" fmla="*/ 48727 h 94033"/>
                    <a:gd name="csX10" fmla="*/ 9280 w 86394"/>
                    <a:gd name="csY10" fmla="*/ 48727 h 94033"/>
                    <a:gd name="csX11" fmla="*/ 17733 w 86394"/>
                    <a:gd name="csY11" fmla="*/ 73091 h 94033"/>
                    <a:gd name="csX12" fmla="*/ 47339 w 86394"/>
                    <a:gd name="csY12" fmla="*/ 86380 h 94033"/>
                    <a:gd name="csX13" fmla="*/ 72306 w 86394"/>
                    <a:gd name="csY13" fmla="*/ 80338 h 94033"/>
                    <a:gd name="csX14" fmla="*/ 79147 w 86394"/>
                    <a:gd name="csY14" fmla="*/ 76707 h 94033"/>
                    <a:gd name="csX15" fmla="*/ 82567 w 86394"/>
                    <a:gd name="csY15" fmla="*/ 80534 h 94033"/>
                    <a:gd name="csX16" fmla="*/ 77731 w 86394"/>
                    <a:gd name="csY16" fmla="*/ 41872 h 94033"/>
                    <a:gd name="csX17" fmla="*/ 69068 w 86394"/>
                    <a:gd name="csY17" fmla="*/ 18111 h 94033"/>
                    <a:gd name="csX18" fmla="*/ 44494 w 86394"/>
                    <a:gd name="csY18" fmla="*/ 7640 h 94033"/>
                    <a:gd name="csX19" fmla="*/ 17509 w 86394"/>
                    <a:gd name="csY19" fmla="*/ 19317 h 94033"/>
                    <a:gd name="csX20" fmla="*/ 9252 w 86394"/>
                    <a:gd name="csY20" fmla="*/ 41872 h 94033"/>
                    <a:gd name="csX21" fmla="*/ 77717 w 86394"/>
                    <a:gd name="csY21" fmla="*/ 41872 h 940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86394" h="94033">
                      <a:moveTo>
                        <a:pt x="82567" y="80534"/>
                      </a:moveTo>
                      <a:cubicBezTo>
                        <a:pt x="82567" y="82553"/>
                        <a:pt x="80955" y="84151"/>
                        <a:pt x="77128" y="86380"/>
                      </a:cubicBezTo>
                      <a:cubicBezTo>
                        <a:pt x="70077" y="90403"/>
                        <a:pt x="59409" y="94034"/>
                        <a:pt x="46919" y="94034"/>
                      </a:cubicBezTo>
                      <a:cubicBezTo>
                        <a:pt x="32017" y="94034"/>
                        <a:pt x="19527" y="88399"/>
                        <a:pt x="11074" y="78530"/>
                      </a:cubicBezTo>
                      <a:cubicBezTo>
                        <a:pt x="4234" y="70469"/>
                        <a:pt x="0" y="59199"/>
                        <a:pt x="0" y="45713"/>
                      </a:cubicBezTo>
                      <a:cubicBezTo>
                        <a:pt x="0" y="33223"/>
                        <a:pt x="4023" y="21952"/>
                        <a:pt x="11677" y="13500"/>
                      </a:cubicBezTo>
                      <a:cubicBezTo>
                        <a:pt x="18925" y="5243"/>
                        <a:pt x="29999" y="0"/>
                        <a:pt x="44508" y="0"/>
                      </a:cubicBezTo>
                      <a:cubicBezTo>
                        <a:pt x="57797" y="0"/>
                        <a:pt x="68465" y="5243"/>
                        <a:pt x="75516" y="12883"/>
                      </a:cubicBezTo>
                      <a:cubicBezTo>
                        <a:pt x="82763" y="20733"/>
                        <a:pt x="86394" y="31415"/>
                        <a:pt x="86394" y="43092"/>
                      </a:cubicBezTo>
                      <a:cubicBezTo>
                        <a:pt x="86394" y="45910"/>
                        <a:pt x="84782" y="48727"/>
                        <a:pt x="81165" y="48727"/>
                      </a:cubicBezTo>
                      <a:lnTo>
                        <a:pt x="9280" y="48727"/>
                      </a:lnTo>
                      <a:cubicBezTo>
                        <a:pt x="9687" y="58386"/>
                        <a:pt x="12504" y="66853"/>
                        <a:pt x="17733" y="73091"/>
                      </a:cubicBezTo>
                      <a:cubicBezTo>
                        <a:pt x="24378" y="81544"/>
                        <a:pt x="34653" y="86380"/>
                        <a:pt x="47339" y="86380"/>
                      </a:cubicBezTo>
                      <a:cubicBezTo>
                        <a:pt x="56802" y="86380"/>
                        <a:pt x="65871" y="83969"/>
                        <a:pt x="72306" y="80338"/>
                      </a:cubicBezTo>
                      <a:cubicBezTo>
                        <a:pt x="76133" y="78123"/>
                        <a:pt x="77338" y="76707"/>
                        <a:pt x="79147" y="76707"/>
                      </a:cubicBezTo>
                      <a:cubicBezTo>
                        <a:pt x="81165" y="76707"/>
                        <a:pt x="82567" y="78726"/>
                        <a:pt x="82567" y="80534"/>
                      </a:cubicBezTo>
                      <a:close/>
                      <a:moveTo>
                        <a:pt x="77731" y="41872"/>
                      </a:moveTo>
                      <a:cubicBezTo>
                        <a:pt x="77535" y="31807"/>
                        <a:pt x="74310" y="23550"/>
                        <a:pt x="69068" y="18111"/>
                      </a:cubicBezTo>
                      <a:cubicBezTo>
                        <a:pt x="63629" y="11873"/>
                        <a:pt x="55176" y="7640"/>
                        <a:pt x="44494" y="7640"/>
                      </a:cubicBezTo>
                      <a:cubicBezTo>
                        <a:pt x="32410" y="7640"/>
                        <a:pt x="23354" y="12070"/>
                        <a:pt x="17509" y="19317"/>
                      </a:cubicBezTo>
                      <a:cubicBezTo>
                        <a:pt x="12672" y="24952"/>
                        <a:pt x="9659" y="33419"/>
                        <a:pt x="9252" y="41872"/>
                      </a:cubicBezTo>
                      <a:lnTo>
                        <a:pt x="77717" y="418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44F2D3BA-78C1-FB57-5791-1F01DB6767D2}"/>
                    </a:ext>
                  </a:extLst>
                </p:cNvPr>
                <p:cNvSpPr/>
                <p:nvPr/>
              </p:nvSpPr>
              <p:spPr>
                <a:xfrm>
                  <a:off x="1384285" y="3205768"/>
                  <a:ext cx="86394" cy="94033"/>
                </a:xfrm>
                <a:custGeom>
                  <a:avLst/>
                  <a:gdLst>
                    <a:gd name="csX0" fmla="*/ 82567 w 86394"/>
                    <a:gd name="csY0" fmla="*/ 80534 h 94033"/>
                    <a:gd name="csX1" fmla="*/ 77128 w 86394"/>
                    <a:gd name="csY1" fmla="*/ 86380 h 94033"/>
                    <a:gd name="csX2" fmla="*/ 46919 w 86394"/>
                    <a:gd name="csY2" fmla="*/ 94034 h 94033"/>
                    <a:gd name="csX3" fmla="*/ 11074 w 86394"/>
                    <a:gd name="csY3" fmla="*/ 78530 h 94033"/>
                    <a:gd name="csX4" fmla="*/ 0 w 86394"/>
                    <a:gd name="csY4" fmla="*/ 45713 h 94033"/>
                    <a:gd name="csX5" fmla="*/ 11677 w 86394"/>
                    <a:gd name="csY5" fmla="*/ 13500 h 94033"/>
                    <a:gd name="csX6" fmla="*/ 44508 w 86394"/>
                    <a:gd name="csY6" fmla="*/ 0 h 94033"/>
                    <a:gd name="csX7" fmla="*/ 75516 w 86394"/>
                    <a:gd name="csY7" fmla="*/ 12883 h 94033"/>
                    <a:gd name="csX8" fmla="*/ 86394 w 86394"/>
                    <a:gd name="csY8" fmla="*/ 43092 h 94033"/>
                    <a:gd name="csX9" fmla="*/ 81165 w 86394"/>
                    <a:gd name="csY9" fmla="*/ 48727 h 94033"/>
                    <a:gd name="csX10" fmla="*/ 9280 w 86394"/>
                    <a:gd name="csY10" fmla="*/ 48727 h 94033"/>
                    <a:gd name="csX11" fmla="*/ 17733 w 86394"/>
                    <a:gd name="csY11" fmla="*/ 73091 h 94033"/>
                    <a:gd name="csX12" fmla="*/ 47339 w 86394"/>
                    <a:gd name="csY12" fmla="*/ 86380 h 94033"/>
                    <a:gd name="csX13" fmla="*/ 72306 w 86394"/>
                    <a:gd name="csY13" fmla="*/ 80338 h 94033"/>
                    <a:gd name="csX14" fmla="*/ 79147 w 86394"/>
                    <a:gd name="csY14" fmla="*/ 76707 h 94033"/>
                    <a:gd name="csX15" fmla="*/ 82567 w 86394"/>
                    <a:gd name="csY15" fmla="*/ 80534 h 94033"/>
                    <a:gd name="csX16" fmla="*/ 77731 w 86394"/>
                    <a:gd name="csY16" fmla="*/ 41872 h 94033"/>
                    <a:gd name="csX17" fmla="*/ 69068 w 86394"/>
                    <a:gd name="csY17" fmla="*/ 18111 h 94033"/>
                    <a:gd name="csX18" fmla="*/ 44494 w 86394"/>
                    <a:gd name="csY18" fmla="*/ 7640 h 94033"/>
                    <a:gd name="csX19" fmla="*/ 17509 w 86394"/>
                    <a:gd name="csY19" fmla="*/ 19317 h 94033"/>
                    <a:gd name="csX20" fmla="*/ 9252 w 86394"/>
                    <a:gd name="csY20" fmla="*/ 41872 h 94033"/>
                    <a:gd name="csX21" fmla="*/ 77717 w 86394"/>
                    <a:gd name="csY21" fmla="*/ 41872 h 940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86394" h="94033">
                      <a:moveTo>
                        <a:pt x="82567" y="80534"/>
                      </a:moveTo>
                      <a:cubicBezTo>
                        <a:pt x="82567" y="82553"/>
                        <a:pt x="80955" y="84151"/>
                        <a:pt x="77128" y="86380"/>
                      </a:cubicBezTo>
                      <a:cubicBezTo>
                        <a:pt x="70077" y="90403"/>
                        <a:pt x="59409" y="94034"/>
                        <a:pt x="46919" y="94034"/>
                      </a:cubicBezTo>
                      <a:cubicBezTo>
                        <a:pt x="32017" y="94034"/>
                        <a:pt x="19527" y="88399"/>
                        <a:pt x="11074" y="78530"/>
                      </a:cubicBezTo>
                      <a:cubicBezTo>
                        <a:pt x="4233" y="70469"/>
                        <a:pt x="0" y="59199"/>
                        <a:pt x="0" y="45713"/>
                      </a:cubicBezTo>
                      <a:cubicBezTo>
                        <a:pt x="0" y="33223"/>
                        <a:pt x="4023" y="21952"/>
                        <a:pt x="11677" y="13500"/>
                      </a:cubicBezTo>
                      <a:cubicBezTo>
                        <a:pt x="18925" y="5243"/>
                        <a:pt x="29999" y="0"/>
                        <a:pt x="44508" y="0"/>
                      </a:cubicBezTo>
                      <a:cubicBezTo>
                        <a:pt x="57797" y="0"/>
                        <a:pt x="68465" y="5243"/>
                        <a:pt x="75516" y="12883"/>
                      </a:cubicBezTo>
                      <a:cubicBezTo>
                        <a:pt x="82763" y="20733"/>
                        <a:pt x="86394" y="31415"/>
                        <a:pt x="86394" y="43092"/>
                      </a:cubicBezTo>
                      <a:cubicBezTo>
                        <a:pt x="86394" y="45910"/>
                        <a:pt x="84782" y="48727"/>
                        <a:pt x="81165" y="48727"/>
                      </a:cubicBezTo>
                      <a:lnTo>
                        <a:pt x="9280" y="48727"/>
                      </a:lnTo>
                      <a:cubicBezTo>
                        <a:pt x="9687" y="58386"/>
                        <a:pt x="12504" y="66853"/>
                        <a:pt x="17733" y="73091"/>
                      </a:cubicBezTo>
                      <a:cubicBezTo>
                        <a:pt x="24378" y="81544"/>
                        <a:pt x="34653" y="86380"/>
                        <a:pt x="47339" y="86380"/>
                      </a:cubicBezTo>
                      <a:cubicBezTo>
                        <a:pt x="56802" y="86380"/>
                        <a:pt x="65871" y="83969"/>
                        <a:pt x="72306" y="80338"/>
                      </a:cubicBezTo>
                      <a:cubicBezTo>
                        <a:pt x="76133" y="78123"/>
                        <a:pt x="77338" y="76707"/>
                        <a:pt x="79147" y="76707"/>
                      </a:cubicBezTo>
                      <a:cubicBezTo>
                        <a:pt x="81165" y="76707"/>
                        <a:pt x="82567" y="78726"/>
                        <a:pt x="82567" y="80534"/>
                      </a:cubicBezTo>
                      <a:close/>
                      <a:moveTo>
                        <a:pt x="77731" y="41872"/>
                      </a:moveTo>
                      <a:cubicBezTo>
                        <a:pt x="77535" y="31807"/>
                        <a:pt x="74310" y="23550"/>
                        <a:pt x="69068" y="18111"/>
                      </a:cubicBezTo>
                      <a:cubicBezTo>
                        <a:pt x="63628" y="11873"/>
                        <a:pt x="55176" y="7640"/>
                        <a:pt x="44494" y="7640"/>
                      </a:cubicBezTo>
                      <a:cubicBezTo>
                        <a:pt x="32410" y="7640"/>
                        <a:pt x="23354" y="12070"/>
                        <a:pt x="17509" y="19317"/>
                      </a:cubicBezTo>
                      <a:cubicBezTo>
                        <a:pt x="12672" y="24952"/>
                        <a:pt x="9658" y="33419"/>
                        <a:pt x="9252" y="41872"/>
                      </a:cubicBezTo>
                      <a:lnTo>
                        <a:pt x="77717" y="418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B0C6B653-769B-4C0E-060C-F70935E621E3}"/>
                    </a:ext>
                  </a:extLst>
                </p:cNvPr>
                <p:cNvSpPr/>
                <p:nvPr/>
              </p:nvSpPr>
              <p:spPr>
                <a:xfrm>
                  <a:off x="1495449" y="3205740"/>
                  <a:ext cx="57796" cy="94047"/>
                </a:xfrm>
                <a:custGeom>
                  <a:avLst/>
                  <a:gdLst>
                    <a:gd name="csX0" fmla="*/ 52961 w 57796"/>
                    <a:gd name="csY0" fmla="*/ 4444 h 94047"/>
                    <a:gd name="csX1" fmla="*/ 57797 w 57796"/>
                    <a:gd name="csY1" fmla="*/ 10682 h 94047"/>
                    <a:gd name="csX2" fmla="*/ 53774 w 57796"/>
                    <a:gd name="csY2" fmla="*/ 14509 h 94047"/>
                    <a:gd name="csX3" fmla="*/ 45111 w 57796"/>
                    <a:gd name="csY3" fmla="*/ 10275 h 94047"/>
                    <a:gd name="csX4" fmla="*/ 34835 w 57796"/>
                    <a:gd name="csY4" fmla="*/ 8060 h 94047"/>
                    <a:gd name="csX5" fmla="*/ 16513 w 57796"/>
                    <a:gd name="csY5" fmla="*/ 17719 h 94047"/>
                    <a:gd name="csX6" fmla="*/ 8860 w 57796"/>
                    <a:gd name="csY6" fmla="*/ 43695 h 94047"/>
                    <a:gd name="csX7" fmla="*/ 8860 w 57796"/>
                    <a:gd name="csY7" fmla="*/ 89814 h 94047"/>
                    <a:gd name="csX8" fmla="*/ 4430 w 57796"/>
                    <a:gd name="csY8" fmla="*/ 94048 h 94047"/>
                    <a:gd name="csX9" fmla="*/ 0 w 57796"/>
                    <a:gd name="csY9" fmla="*/ 89814 h 94047"/>
                    <a:gd name="csX10" fmla="*/ 0 w 57796"/>
                    <a:gd name="csY10" fmla="*/ 4234 h 94047"/>
                    <a:gd name="csX11" fmla="*/ 4430 w 57796"/>
                    <a:gd name="csY11" fmla="*/ 0 h 94047"/>
                    <a:gd name="csX12" fmla="*/ 8860 w 57796"/>
                    <a:gd name="csY12" fmla="*/ 4234 h 94047"/>
                    <a:gd name="csX13" fmla="*/ 8860 w 57796"/>
                    <a:gd name="csY13" fmla="*/ 18532 h 94047"/>
                    <a:gd name="csX14" fmla="*/ 9056 w 57796"/>
                    <a:gd name="csY14" fmla="*/ 18532 h 94047"/>
                    <a:gd name="csX15" fmla="*/ 36041 w 57796"/>
                    <a:gd name="csY15" fmla="*/ 0 h 94047"/>
                    <a:gd name="csX16" fmla="*/ 52961 w 57796"/>
                    <a:gd name="csY16" fmla="*/ 4430 h 94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7796" h="94047">
                      <a:moveTo>
                        <a:pt x="52961" y="4444"/>
                      </a:moveTo>
                      <a:cubicBezTo>
                        <a:pt x="56381" y="6659"/>
                        <a:pt x="57797" y="8271"/>
                        <a:pt x="57797" y="10682"/>
                      </a:cubicBezTo>
                      <a:cubicBezTo>
                        <a:pt x="57797" y="12897"/>
                        <a:pt x="55989" y="14509"/>
                        <a:pt x="53774" y="14509"/>
                      </a:cubicBezTo>
                      <a:cubicBezTo>
                        <a:pt x="51559" y="14509"/>
                        <a:pt x="50550" y="12897"/>
                        <a:pt x="45111" y="10275"/>
                      </a:cubicBezTo>
                      <a:cubicBezTo>
                        <a:pt x="42293" y="8873"/>
                        <a:pt x="39069" y="8060"/>
                        <a:pt x="34835" y="8060"/>
                      </a:cubicBezTo>
                      <a:cubicBezTo>
                        <a:pt x="27784" y="8060"/>
                        <a:pt x="21350" y="11074"/>
                        <a:pt x="16513" y="17719"/>
                      </a:cubicBezTo>
                      <a:cubicBezTo>
                        <a:pt x="11481" y="24560"/>
                        <a:pt x="8860" y="34835"/>
                        <a:pt x="8860" y="43695"/>
                      </a:cubicBezTo>
                      <a:lnTo>
                        <a:pt x="8860" y="89814"/>
                      </a:lnTo>
                      <a:cubicBezTo>
                        <a:pt x="8860" y="92226"/>
                        <a:pt x="6841" y="94048"/>
                        <a:pt x="4430" y="94048"/>
                      </a:cubicBezTo>
                      <a:cubicBezTo>
                        <a:pt x="2019" y="94048"/>
                        <a:pt x="0" y="92240"/>
                        <a:pt x="0" y="89814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18532"/>
                      </a:lnTo>
                      <a:lnTo>
                        <a:pt x="9056" y="18532"/>
                      </a:lnTo>
                      <a:cubicBezTo>
                        <a:pt x="13079" y="7458"/>
                        <a:pt x="22948" y="0"/>
                        <a:pt x="36041" y="0"/>
                      </a:cubicBezTo>
                      <a:cubicBezTo>
                        <a:pt x="43288" y="0"/>
                        <a:pt x="49526" y="2215"/>
                        <a:pt x="52961" y="44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AE8D06FE-967A-72A6-D68B-2C26689AEC05}"/>
                    </a:ext>
                  </a:extLst>
                </p:cNvPr>
                <p:cNvSpPr/>
                <p:nvPr/>
              </p:nvSpPr>
              <p:spPr>
                <a:xfrm>
                  <a:off x="1563311" y="3157223"/>
                  <a:ext cx="11074" cy="142578"/>
                </a:xfrm>
                <a:custGeom>
                  <a:avLst/>
                  <a:gdLst>
                    <a:gd name="csX0" fmla="*/ 0 w 11074"/>
                    <a:gd name="csY0" fmla="*/ 5439 h 142578"/>
                    <a:gd name="csX1" fmla="*/ 5635 w 11074"/>
                    <a:gd name="csY1" fmla="*/ 0 h 142578"/>
                    <a:gd name="csX2" fmla="*/ 11074 w 11074"/>
                    <a:gd name="csY2" fmla="*/ 5439 h 142578"/>
                    <a:gd name="csX3" fmla="*/ 5635 w 11074"/>
                    <a:gd name="csY3" fmla="*/ 11074 h 142578"/>
                    <a:gd name="csX4" fmla="*/ 0 w 11074"/>
                    <a:gd name="csY4" fmla="*/ 5439 h 142578"/>
                    <a:gd name="csX5" fmla="*/ 5846 w 11074"/>
                    <a:gd name="csY5" fmla="*/ 48531 h 142578"/>
                    <a:gd name="csX6" fmla="*/ 10275 w 11074"/>
                    <a:gd name="csY6" fmla="*/ 52764 h 142578"/>
                    <a:gd name="csX7" fmla="*/ 10275 w 11074"/>
                    <a:gd name="csY7" fmla="*/ 138345 h 142578"/>
                    <a:gd name="csX8" fmla="*/ 5846 w 11074"/>
                    <a:gd name="csY8" fmla="*/ 142579 h 142578"/>
                    <a:gd name="csX9" fmla="*/ 1416 w 11074"/>
                    <a:gd name="csY9" fmla="*/ 138345 h 142578"/>
                    <a:gd name="csX10" fmla="*/ 1416 w 11074"/>
                    <a:gd name="csY10" fmla="*/ 52764 h 142578"/>
                    <a:gd name="csX11" fmla="*/ 5846 w 11074"/>
                    <a:gd name="csY11" fmla="*/ 48531 h 1425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1074" h="142578">
                      <a:moveTo>
                        <a:pt x="0" y="5439"/>
                      </a:moveTo>
                      <a:cubicBezTo>
                        <a:pt x="0" y="2425"/>
                        <a:pt x="2411" y="0"/>
                        <a:pt x="5635" y="0"/>
                      </a:cubicBezTo>
                      <a:cubicBezTo>
                        <a:pt x="8649" y="0"/>
                        <a:pt x="11074" y="2411"/>
                        <a:pt x="11074" y="5439"/>
                      </a:cubicBezTo>
                      <a:cubicBezTo>
                        <a:pt x="11074" y="8663"/>
                        <a:pt x="8663" y="11074"/>
                        <a:pt x="5635" y="11074"/>
                      </a:cubicBezTo>
                      <a:cubicBezTo>
                        <a:pt x="2411" y="11074"/>
                        <a:pt x="0" y="8663"/>
                        <a:pt x="0" y="5439"/>
                      </a:cubicBezTo>
                      <a:close/>
                      <a:moveTo>
                        <a:pt x="5846" y="48531"/>
                      </a:moveTo>
                      <a:cubicBezTo>
                        <a:pt x="8257" y="48531"/>
                        <a:pt x="10275" y="50339"/>
                        <a:pt x="10275" y="52764"/>
                      </a:cubicBezTo>
                      <a:lnTo>
                        <a:pt x="10275" y="138345"/>
                      </a:lnTo>
                      <a:cubicBezTo>
                        <a:pt x="10275" y="140756"/>
                        <a:pt x="8257" y="142579"/>
                        <a:pt x="5846" y="142579"/>
                      </a:cubicBezTo>
                      <a:cubicBezTo>
                        <a:pt x="3434" y="142579"/>
                        <a:pt x="1416" y="140770"/>
                        <a:pt x="1416" y="138345"/>
                      </a:cubicBezTo>
                      <a:lnTo>
                        <a:pt x="1416" y="52764"/>
                      </a:lnTo>
                      <a:cubicBezTo>
                        <a:pt x="1416" y="50353"/>
                        <a:pt x="3434" y="48531"/>
                        <a:pt x="5846" y="4853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022A8C18-6A65-527F-04FC-B670B7B3056D}"/>
                    </a:ext>
                  </a:extLst>
                </p:cNvPr>
                <p:cNvSpPr/>
                <p:nvPr/>
              </p:nvSpPr>
              <p:spPr>
                <a:xfrm>
                  <a:off x="1604188" y="3205754"/>
                  <a:ext cx="79945" cy="94047"/>
                </a:xfrm>
                <a:custGeom>
                  <a:avLst/>
                  <a:gdLst>
                    <a:gd name="csX0" fmla="*/ 71282 w 79945"/>
                    <a:gd name="csY0" fmla="*/ 41283 h 94047"/>
                    <a:gd name="csX1" fmla="*/ 62619 w 79945"/>
                    <a:gd name="csY1" fmla="*/ 14705 h 94047"/>
                    <a:gd name="csX2" fmla="*/ 41676 w 79945"/>
                    <a:gd name="csY2" fmla="*/ 8060 h 94047"/>
                    <a:gd name="csX3" fmla="*/ 14495 w 79945"/>
                    <a:gd name="csY3" fmla="*/ 23971 h 94047"/>
                    <a:gd name="csX4" fmla="*/ 8860 w 79945"/>
                    <a:gd name="csY4" fmla="*/ 46723 h 94047"/>
                    <a:gd name="csX5" fmla="*/ 8860 w 79945"/>
                    <a:gd name="csY5" fmla="*/ 89814 h 94047"/>
                    <a:gd name="csX6" fmla="*/ 4430 w 79945"/>
                    <a:gd name="csY6" fmla="*/ 94048 h 94047"/>
                    <a:gd name="csX7" fmla="*/ 0 w 79945"/>
                    <a:gd name="csY7" fmla="*/ 89814 h 94047"/>
                    <a:gd name="csX8" fmla="*/ 0 w 79945"/>
                    <a:gd name="csY8" fmla="*/ 4234 h 94047"/>
                    <a:gd name="csX9" fmla="*/ 4430 w 79945"/>
                    <a:gd name="csY9" fmla="*/ 0 h 94047"/>
                    <a:gd name="csX10" fmla="*/ 8860 w 79945"/>
                    <a:gd name="csY10" fmla="*/ 4234 h 94047"/>
                    <a:gd name="csX11" fmla="*/ 8860 w 79945"/>
                    <a:gd name="csY11" fmla="*/ 20144 h 94047"/>
                    <a:gd name="csX12" fmla="*/ 43092 w 79945"/>
                    <a:gd name="csY12" fmla="*/ 0 h 94047"/>
                    <a:gd name="csX13" fmla="*/ 69068 w 79945"/>
                    <a:gd name="csY13" fmla="*/ 7850 h 94047"/>
                    <a:gd name="csX14" fmla="*/ 79946 w 79945"/>
                    <a:gd name="csY14" fmla="*/ 39055 h 94047"/>
                    <a:gd name="csX15" fmla="*/ 79946 w 79945"/>
                    <a:gd name="csY15" fmla="*/ 89800 h 94047"/>
                    <a:gd name="csX16" fmla="*/ 75516 w 79945"/>
                    <a:gd name="csY16" fmla="*/ 94034 h 94047"/>
                    <a:gd name="csX17" fmla="*/ 71282 w 79945"/>
                    <a:gd name="csY17" fmla="*/ 89800 h 94047"/>
                    <a:gd name="csX18" fmla="*/ 71282 w 79945"/>
                    <a:gd name="csY18" fmla="*/ 41269 h 94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45" h="94047">
                      <a:moveTo>
                        <a:pt x="71282" y="41283"/>
                      </a:moveTo>
                      <a:cubicBezTo>
                        <a:pt x="71282" y="29200"/>
                        <a:pt x="68871" y="20340"/>
                        <a:pt x="62619" y="14705"/>
                      </a:cubicBezTo>
                      <a:cubicBezTo>
                        <a:pt x="57783" y="10275"/>
                        <a:pt x="51138" y="8060"/>
                        <a:pt x="41676" y="8060"/>
                      </a:cubicBezTo>
                      <a:cubicBezTo>
                        <a:pt x="29999" y="8060"/>
                        <a:pt x="20537" y="13093"/>
                        <a:pt x="14495" y="23971"/>
                      </a:cubicBezTo>
                      <a:cubicBezTo>
                        <a:pt x="10864" y="30812"/>
                        <a:pt x="8860" y="38676"/>
                        <a:pt x="8860" y="46723"/>
                      </a:cubicBezTo>
                      <a:lnTo>
                        <a:pt x="8860" y="89814"/>
                      </a:lnTo>
                      <a:cubicBezTo>
                        <a:pt x="8860" y="92226"/>
                        <a:pt x="6841" y="94048"/>
                        <a:pt x="4430" y="94048"/>
                      </a:cubicBezTo>
                      <a:cubicBezTo>
                        <a:pt x="2019" y="94048"/>
                        <a:pt x="0" y="92240"/>
                        <a:pt x="0" y="89814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20144"/>
                      </a:lnTo>
                      <a:cubicBezTo>
                        <a:pt x="15098" y="7458"/>
                        <a:pt x="27181" y="0"/>
                        <a:pt x="43092" y="0"/>
                      </a:cubicBezTo>
                      <a:cubicBezTo>
                        <a:pt x="54166" y="0"/>
                        <a:pt x="62830" y="2621"/>
                        <a:pt x="69068" y="7850"/>
                      </a:cubicBezTo>
                      <a:cubicBezTo>
                        <a:pt x="76315" y="14298"/>
                        <a:pt x="79946" y="24770"/>
                        <a:pt x="79946" y="39055"/>
                      </a:cubicBezTo>
                      <a:lnTo>
                        <a:pt x="79946" y="89800"/>
                      </a:lnTo>
                      <a:cubicBezTo>
                        <a:pt x="79946" y="92212"/>
                        <a:pt x="77927" y="94034"/>
                        <a:pt x="75516" y="94034"/>
                      </a:cubicBezTo>
                      <a:cubicBezTo>
                        <a:pt x="73105" y="94034"/>
                        <a:pt x="71282" y="92226"/>
                        <a:pt x="71282" y="89800"/>
                      </a:cubicBezTo>
                      <a:lnTo>
                        <a:pt x="71282" y="412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45DE0FF7-1185-F0B7-B729-B95B3EBE7310}"/>
                    </a:ext>
                  </a:extLst>
                </p:cNvPr>
                <p:cNvSpPr/>
                <p:nvPr/>
              </p:nvSpPr>
              <p:spPr>
                <a:xfrm>
                  <a:off x="1707684" y="3205754"/>
                  <a:ext cx="78529" cy="138149"/>
                </a:xfrm>
                <a:custGeom>
                  <a:avLst/>
                  <a:gdLst>
                    <a:gd name="csX0" fmla="*/ 8663 w 78529"/>
                    <a:gd name="csY0" fmla="*/ 118201 h 138149"/>
                    <a:gd name="csX1" fmla="*/ 16920 w 78529"/>
                    <a:gd name="csY1" fmla="*/ 124047 h 138149"/>
                    <a:gd name="csX2" fmla="*/ 38270 w 78529"/>
                    <a:gd name="csY2" fmla="*/ 130888 h 138149"/>
                    <a:gd name="csX3" fmla="*/ 62227 w 78529"/>
                    <a:gd name="csY3" fmla="*/ 122028 h 138149"/>
                    <a:gd name="csX4" fmla="*/ 69670 w 78529"/>
                    <a:gd name="csY4" fmla="*/ 96459 h 138149"/>
                    <a:gd name="csX5" fmla="*/ 69670 w 78529"/>
                    <a:gd name="csY5" fmla="*/ 82960 h 138149"/>
                    <a:gd name="csX6" fmla="*/ 39868 w 78529"/>
                    <a:gd name="csY6" fmla="*/ 93838 h 138149"/>
                    <a:gd name="csX7" fmla="*/ 11271 w 78529"/>
                    <a:gd name="csY7" fmla="*/ 81151 h 138149"/>
                    <a:gd name="csX8" fmla="*/ 0 w 78529"/>
                    <a:gd name="csY8" fmla="*/ 46723 h 138149"/>
                    <a:gd name="csX9" fmla="*/ 11271 w 78529"/>
                    <a:gd name="csY9" fmla="*/ 12686 h 138149"/>
                    <a:gd name="csX10" fmla="*/ 39672 w 78529"/>
                    <a:gd name="csY10" fmla="*/ 0 h 138149"/>
                    <a:gd name="csX11" fmla="*/ 69670 w 78529"/>
                    <a:gd name="csY11" fmla="*/ 10472 h 138149"/>
                    <a:gd name="csX12" fmla="*/ 69670 w 78529"/>
                    <a:gd name="csY12" fmla="*/ 4234 h 138149"/>
                    <a:gd name="csX13" fmla="*/ 74100 w 78529"/>
                    <a:gd name="csY13" fmla="*/ 0 h 138149"/>
                    <a:gd name="csX14" fmla="*/ 78530 w 78529"/>
                    <a:gd name="csY14" fmla="*/ 4234 h 138149"/>
                    <a:gd name="csX15" fmla="*/ 78530 w 78529"/>
                    <a:gd name="csY15" fmla="*/ 95253 h 138149"/>
                    <a:gd name="csX16" fmla="*/ 68255 w 78529"/>
                    <a:gd name="csY16" fmla="*/ 127271 h 138149"/>
                    <a:gd name="csX17" fmla="*/ 38452 w 78529"/>
                    <a:gd name="csY17" fmla="*/ 138149 h 138149"/>
                    <a:gd name="csX18" fmla="*/ 12672 w 78529"/>
                    <a:gd name="csY18" fmla="*/ 130495 h 138149"/>
                    <a:gd name="csX19" fmla="*/ 5019 w 78529"/>
                    <a:gd name="csY19" fmla="*/ 122042 h 138149"/>
                    <a:gd name="csX20" fmla="*/ 8649 w 78529"/>
                    <a:gd name="csY20" fmla="*/ 118215 h 138149"/>
                    <a:gd name="csX21" fmla="*/ 69685 w 78529"/>
                    <a:gd name="csY21" fmla="*/ 74507 h 138149"/>
                    <a:gd name="csX22" fmla="*/ 69685 w 78529"/>
                    <a:gd name="csY22" fmla="*/ 18728 h 138149"/>
                    <a:gd name="csX23" fmla="*/ 40681 w 78529"/>
                    <a:gd name="csY23" fmla="*/ 7654 h 138149"/>
                    <a:gd name="csX24" fmla="*/ 17523 w 78529"/>
                    <a:gd name="csY24" fmla="*/ 18728 h 138149"/>
                    <a:gd name="csX25" fmla="*/ 9070 w 78529"/>
                    <a:gd name="csY25" fmla="*/ 46723 h 138149"/>
                    <a:gd name="csX26" fmla="*/ 17523 w 78529"/>
                    <a:gd name="csY26" fmla="*/ 75320 h 138149"/>
                    <a:gd name="csX27" fmla="*/ 40681 w 78529"/>
                    <a:gd name="csY27" fmla="*/ 85987 h 138149"/>
                    <a:gd name="csX28" fmla="*/ 69685 w 78529"/>
                    <a:gd name="csY28" fmla="*/ 74507 h 1381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78529" h="138149">
                      <a:moveTo>
                        <a:pt x="8663" y="118201"/>
                      </a:moveTo>
                      <a:cubicBezTo>
                        <a:pt x="11481" y="118201"/>
                        <a:pt x="11887" y="120010"/>
                        <a:pt x="16920" y="124047"/>
                      </a:cubicBezTo>
                      <a:cubicBezTo>
                        <a:pt x="23368" y="129276"/>
                        <a:pt x="30812" y="130888"/>
                        <a:pt x="38270" y="130888"/>
                      </a:cubicBezTo>
                      <a:cubicBezTo>
                        <a:pt x="49540" y="130888"/>
                        <a:pt x="57405" y="127664"/>
                        <a:pt x="62227" y="122028"/>
                      </a:cubicBezTo>
                      <a:cubicBezTo>
                        <a:pt x="67259" y="115986"/>
                        <a:pt x="69670" y="107323"/>
                        <a:pt x="69670" y="96459"/>
                      </a:cubicBezTo>
                      <a:lnTo>
                        <a:pt x="69670" y="82960"/>
                      </a:lnTo>
                      <a:cubicBezTo>
                        <a:pt x="60615" y="91216"/>
                        <a:pt x="50746" y="93838"/>
                        <a:pt x="39868" y="93838"/>
                      </a:cubicBezTo>
                      <a:cubicBezTo>
                        <a:pt x="27181" y="93838"/>
                        <a:pt x="17915" y="88805"/>
                        <a:pt x="11271" y="81151"/>
                      </a:cubicBezTo>
                      <a:cubicBezTo>
                        <a:pt x="3827" y="72292"/>
                        <a:pt x="0" y="59801"/>
                        <a:pt x="0" y="46723"/>
                      </a:cubicBezTo>
                      <a:cubicBezTo>
                        <a:pt x="0" y="33644"/>
                        <a:pt x="3617" y="21546"/>
                        <a:pt x="11271" y="12686"/>
                      </a:cubicBezTo>
                      <a:cubicBezTo>
                        <a:pt x="17719" y="5032"/>
                        <a:pt x="27181" y="0"/>
                        <a:pt x="39672" y="0"/>
                      </a:cubicBezTo>
                      <a:cubicBezTo>
                        <a:pt x="54377" y="0"/>
                        <a:pt x="63236" y="5439"/>
                        <a:pt x="69670" y="10472"/>
                      </a:cubicBezTo>
                      <a:lnTo>
                        <a:pt x="69670" y="4234"/>
                      </a:lnTo>
                      <a:cubicBezTo>
                        <a:pt x="69670" y="1822"/>
                        <a:pt x="71689" y="0"/>
                        <a:pt x="74100" y="0"/>
                      </a:cubicBezTo>
                      <a:cubicBezTo>
                        <a:pt x="76511" y="0"/>
                        <a:pt x="78530" y="1808"/>
                        <a:pt x="78530" y="4234"/>
                      </a:cubicBezTo>
                      <a:lnTo>
                        <a:pt x="78530" y="95253"/>
                      </a:lnTo>
                      <a:cubicBezTo>
                        <a:pt x="78530" y="109146"/>
                        <a:pt x="75110" y="120024"/>
                        <a:pt x="68255" y="127271"/>
                      </a:cubicBezTo>
                      <a:cubicBezTo>
                        <a:pt x="61610" y="134518"/>
                        <a:pt x="51741" y="138149"/>
                        <a:pt x="38452" y="138149"/>
                      </a:cubicBezTo>
                      <a:cubicBezTo>
                        <a:pt x="27784" y="138149"/>
                        <a:pt x="19920" y="135934"/>
                        <a:pt x="12672" y="130495"/>
                      </a:cubicBezTo>
                      <a:cubicBezTo>
                        <a:pt x="7836" y="127467"/>
                        <a:pt x="5019" y="124650"/>
                        <a:pt x="5019" y="122042"/>
                      </a:cubicBezTo>
                      <a:cubicBezTo>
                        <a:pt x="5019" y="120024"/>
                        <a:pt x="6420" y="118215"/>
                        <a:pt x="8649" y="118215"/>
                      </a:cubicBezTo>
                      <a:close/>
                      <a:moveTo>
                        <a:pt x="69685" y="74507"/>
                      </a:moveTo>
                      <a:lnTo>
                        <a:pt x="69685" y="18728"/>
                      </a:lnTo>
                      <a:cubicBezTo>
                        <a:pt x="63643" y="13696"/>
                        <a:pt x="55792" y="7654"/>
                        <a:pt x="40681" y="7654"/>
                      </a:cubicBezTo>
                      <a:cubicBezTo>
                        <a:pt x="30406" y="7654"/>
                        <a:pt x="22751" y="12084"/>
                        <a:pt x="17523" y="18728"/>
                      </a:cubicBezTo>
                      <a:cubicBezTo>
                        <a:pt x="11677" y="25976"/>
                        <a:pt x="9070" y="35844"/>
                        <a:pt x="9070" y="46723"/>
                      </a:cubicBezTo>
                      <a:cubicBezTo>
                        <a:pt x="9070" y="57601"/>
                        <a:pt x="11691" y="67862"/>
                        <a:pt x="17523" y="75320"/>
                      </a:cubicBezTo>
                      <a:cubicBezTo>
                        <a:pt x="22751" y="81964"/>
                        <a:pt x="30209" y="85987"/>
                        <a:pt x="40681" y="85987"/>
                      </a:cubicBezTo>
                      <a:cubicBezTo>
                        <a:pt x="52961" y="85987"/>
                        <a:pt x="61820" y="82371"/>
                        <a:pt x="69685" y="7450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9" name="Graphic 2">
                <a:extLst>
                  <a:ext uri="{FF2B5EF4-FFF2-40B4-BE49-F238E27FC236}">
                    <a16:creationId xmlns:a16="http://schemas.microsoft.com/office/drawing/2014/main" id="{8545F81B-BC7B-C3F8-9CB1-C8B4FA19D49B}"/>
                  </a:ext>
                </a:extLst>
              </p:cNvPr>
              <p:cNvGrpSpPr/>
              <p:nvPr/>
            </p:nvGrpSpPr>
            <p:grpSpPr>
              <a:xfrm>
                <a:off x="285750" y="3394173"/>
                <a:ext cx="1500913" cy="186750"/>
                <a:chOff x="285750" y="3394173"/>
                <a:chExt cx="1500913" cy="186750"/>
              </a:xfrm>
              <a:solidFill>
                <a:srgbClr val="FFFFFF"/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A8C39BCB-D7A2-F31C-FB60-EB1A22C6640C}"/>
                    </a:ext>
                  </a:extLst>
                </p:cNvPr>
                <p:cNvSpPr/>
                <p:nvPr/>
              </p:nvSpPr>
              <p:spPr>
                <a:xfrm>
                  <a:off x="285750" y="3397593"/>
                  <a:ext cx="96487" cy="137181"/>
                </a:xfrm>
                <a:custGeom>
                  <a:avLst/>
                  <a:gdLst>
                    <a:gd name="csX0" fmla="*/ 9673 w 96487"/>
                    <a:gd name="csY0" fmla="*/ 128715 h 137181"/>
                    <a:gd name="csX1" fmla="*/ 92464 w 96487"/>
                    <a:gd name="csY1" fmla="*/ 128715 h 137181"/>
                    <a:gd name="csX2" fmla="*/ 96487 w 96487"/>
                    <a:gd name="csY2" fmla="*/ 132948 h 137181"/>
                    <a:gd name="csX3" fmla="*/ 92464 w 96487"/>
                    <a:gd name="csY3" fmla="*/ 137182 h 137181"/>
                    <a:gd name="csX4" fmla="*/ 4836 w 96487"/>
                    <a:gd name="csY4" fmla="*/ 137182 h 137181"/>
                    <a:gd name="csX5" fmla="*/ 0 w 96487"/>
                    <a:gd name="csY5" fmla="*/ 132542 h 137181"/>
                    <a:gd name="csX6" fmla="*/ 0 w 96487"/>
                    <a:gd name="csY6" fmla="*/ 4640 h 137181"/>
                    <a:gd name="csX7" fmla="*/ 4836 w 96487"/>
                    <a:gd name="csY7" fmla="*/ 0 h 137181"/>
                    <a:gd name="csX8" fmla="*/ 92464 w 96487"/>
                    <a:gd name="csY8" fmla="*/ 0 h 137181"/>
                    <a:gd name="csX9" fmla="*/ 96487 w 96487"/>
                    <a:gd name="csY9" fmla="*/ 4234 h 137181"/>
                    <a:gd name="csX10" fmla="*/ 92464 w 96487"/>
                    <a:gd name="csY10" fmla="*/ 8467 h 137181"/>
                    <a:gd name="csX11" fmla="*/ 9673 w 96487"/>
                    <a:gd name="csY11" fmla="*/ 8467 h 137181"/>
                    <a:gd name="csX12" fmla="*/ 9673 w 96487"/>
                    <a:gd name="csY12" fmla="*/ 64259 h 137181"/>
                    <a:gd name="csX13" fmla="*/ 81992 w 96487"/>
                    <a:gd name="csY13" fmla="*/ 64259 h 137181"/>
                    <a:gd name="csX14" fmla="*/ 86226 w 96487"/>
                    <a:gd name="csY14" fmla="*/ 68493 h 137181"/>
                    <a:gd name="csX15" fmla="*/ 81992 w 96487"/>
                    <a:gd name="csY15" fmla="*/ 72923 h 137181"/>
                    <a:gd name="csX16" fmla="*/ 9673 w 96487"/>
                    <a:gd name="csY16" fmla="*/ 72923 h 137181"/>
                    <a:gd name="csX17" fmla="*/ 9673 w 96487"/>
                    <a:gd name="csY17" fmla="*/ 128715 h 1371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96487" h="137181">
                      <a:moveTo>
                        <a:pt x="9673" y="128715"/>
                      </a:moveTo>
                      <a:lnTo>
                        <a:pt x="92464" y="128715"/>
                      </a:lnTo>
                      <a:cubicBezTo>
                        <a:pt x="94679" y="128715"/>
                        <a:pt x="96487" y="130523"/>
                        <a:pt x="96487" y="132948"/>
                      </a:cubicBezTo>
                      <a:cubicBezTo>
                        <a:pt x="96487" y="135374"/>
                        <a:pt x="94679" y="137182"/>
                        <a:pt x="92464" y="137182"/>
                      </a:cubicBezTo>
                      <a:lnTo>
                        <a:pt x="4836" y="137182"/>
                      </a:lnTo>
                      <a:cubicBezTo>
                        <a:pt x="2215" y="137182"/>
                        <a:pt x="0" y="134967"/>
                        <a:pt x="0" y="132542"/>
                      </a:cubicBezTo>
                      <a:lnTo>
                        <a:pt x="0" y="4640"/>
                      </a:lnTo>
                      <a:cubicBezTo>
                        <a:pt x="0" y="2215"/>
                        <a:pt x="2215" y="0"/>
                        <a:pt x="4836" y="0"/>
                      </a:cubicBezTo>
                      <a:lnTo>
                        <a:pt x="92464" y="0"/>
                      </a:lnTo>
                      <a:cubicBezTo>
                        <a:pt x="94679" y="0"/>
                        <a:pt x="96487" y="2019"/>
                        <a:pt x="96487" y="4234"/>
                      </a:cubicBezTo>
                      <a:cubicBezTo>
                        <a:pt x="96487" y="6645"/>
                        <a:pt x="94679" y="8467"/>
                        <a:pt x="92464" y="8467"/>
                      </a:cubicBezTo>
                      <a:lnTo>
                        <a:pt x="9673" y="8467"/>
                      </a:lnTo>
                      <a:lnTo>
                        <a:pt x="9673" y="64259"/>
                      </a:lnTo>
                      <a:lnTo>
                        <a:pt x="81992" y="64259"/>
                      </a:lnTo>
                      <a:cubicBezTo>
                        <a:pt x="84403" y="64259"/>
                        <a:pt x="86226" y="66278"/>
                        <a:pt x="86226" y="68493"/>
                      </a:cubicBezTo>
                      <a:cubicBezTo>
                        <a:pt x="86226" y="70904"/>
                        <a:pt x="84418" y="72923"/>
                        <a:pt x="81992" y="72923"/>
                      </a:cubicBezTo>
                      <a:lnTo>
                        <a:pt x="9673" y="72923"/>
                      </a:lnTo>
                      <a:lnTo>
                        <a:pt x="9673" y="1287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CC59E6E8-3375-06AF-49D0-822994632A8F}"/>
                    </a:ext>
                  </a:extLst>
                </p:cNvPr>
                <p:cNvSpPr/>
                <p:nvPr/>
              </p:nvSpPr>
              <p:spPr>
                <a:xfrm>
                  <a:off x="404007" y="3442718"/>
                  <a:ext cx="79973" cy="94076"/>
                </a:xfrm>
                <a:custGeom>
                  <a:avLst/>
                  <a:gdLst>
                    <a:gd name="csX0" fmla="*/ 71296 w 79973"/>
                    <a:gd name="csY0" fmla="*/ 41298 h 94076"/>
                    <a:gd name="csX1" fmla="*/ 62633 w 79973"/>
                    <a:gd name="csY1" fmla="*/ 14705 h 94076"/>
                    <a:gd name="csX2" fmla="*/ 41690 w 79973"/>
                    <a:gd name="csY2" fmla="*/ 8060 h 94076"/>
                    <a:gd name="csX3" fmla="*/ 14495 w 79973"/>
                    <a:gd name="csY3" fmla="*/ 23971 h 94076"/>
                    <a:gd name="csX4" fmla="*/ 8859 w 79973"/>
                    <a:gd name="csY4" fmla="*/ 46737 h 94076"/>
                    <a:gd name="csX5" fmla="*/ 8859 w 79973"/>
                    <a:gd name="csY5" fmla="*/ 89843 h 94076"/>
                    <a:gd name="csX6" fmla="*/ 4430 w 79973"/>
                    <a:gd name="csY6" fmla="*/ 94076 h 94076"/>
                    <a:gd name="csX7" fmla="*/ 0 w 79973"/>
                    <a:gd name="csY7" fmla="*/ 89843 h 94076"/>
                    <a:gd name="csX8" fmla="*/ 0 w 79973"/>
                    <a:gd name="csY8" fmla="*/ 4234 h 94076"/>
                    <a:gd name="csX9" fmla="*/ 4430 w 79973"/>
                    <a:gd name="csY9" fmla="*/ 0 h 94076"/>
                    <a:gd name="csX10" fmla="*/ 8859 w 79973"/>
                    <a:gd name="csY10" fmla="*/ 4234 h 94076"/>
                    <a:gd name="csX11" fmla="*/ 8859 w 79973"/>
                    <a:gd name="csY11" fmla="*/ 20144 h 94076"/>
                    <a:gd name="csX12" fmla="*/ 43106 w 79973"/>
                    <a:gd name="csY12" fmla="*/ 0 h 94076"/>
                    <a:gd name="csX13" fmla="*/ 69096 w 79973"/>
                    <a:gd name="csY13" fmla="*/ 7850 h 94076"/>
                    <a:gd name="csX14" fmla="*/ 79974 w 79973"/>
                    <a:gd name="csY14" fmla="*/ 39069 h 94076"/>
                    <a:gd name="csX15" fmla="*/ 79974 w 79973"/>
                    <a:gd name="csY15" fmla="*/ 89829 h 94076"/>
                    <a:gd name="csX16" fmla="*/ 75544 w 79973"/>
                    <a:gd name="csY16" fmla="*/ 94062 h 94076"/>
                    <a:gd name="csX17" fmla="*/ 71311 w 79973"/>
                    <a:gd name="csY17" fmla="*/ 89829 h 94076"/>
                    <a:gd name="csX18" fmla="*/ 71311 w 79973"/>
                    <a:gd name="csY18" fmla="*/ 41284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73" h="94076">
                      <a:moveTo>
                        <a:pt x="71296" y="41298"/>
                      </a:moveTo>
                      <a:cubicBezTo>
                        <a:pt x="71296" y="29214"/>
                        <a:pt x="68885" y="20354"/>
                        <a:pt x="62633" y="14705"/>
                      </a:cubicBezTo>
                      <a:cubicBezTo>
                        <a:pt x="57797" y="10275"/>
                        <a:pt x="51152" y="8060"/>
                        <a:pt x="41690" y="8060"/>
                      </a:cubicBezTo>
                      <a:cubicBezTo>
                        <a:pt x="30013" y="8060"/>
                        <a:pt x="20537" y="13093"/>
                        <a:pt x="14495" y="23971"/>
                      </a:cubicBezTo>
                      <a:cubicBezTo>
                        <a:pt x="10864" y="30812"/>
                        <a:pt x="8859" y="38676"/>
                        <a:pt x="8859" y="46737"/>
                      </a:cubicBezTo>
                      <a:lnTo>
                        <a:pt x="8859" y="89843"/>
                      </a:lnTo>
                      <a:cubicBezTo>
                        <a:pt x="8859" y="92254"/>
                        <a:pt x="6841" y="94076"/>
                        <a:pt x="4430" y="94076"/>
                      </a:cubicBezTo>
                      <a:cubicBezTo>
                        <a:pt x="2019" y="94076"/>
                        <a:pt x="0" y="92268"/>
                        <a:pt x="0" y="89843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59" y="1808"/>
                        <a:pt x="8859" y="4234"/>
                      </a:cubicBezTo>
                      <a:lnTo>
                        <a:pt x="8859" y="20144"/>
                      </a:lnTo>
                      <a:cubicBezTo>
                        <a:pt x="15098" y="7458"/>
                        <a:pt x="27195" y="0"/>
                        <a:pt x="43106" y="0"/>
                      </a:cubicBezTo>
                      <a:cubicBezTo>
                        <a:pt x="54180" y="0"/>
                        <a:pt x="62844" y="2621"/>
                        <a:pt x="69096" y="7850"/>
                      </a:cubicBezTo>
                      <a:cubicBezTo>
                        <a:pt x="76343" y="14299"/>
                        <a:pt x="79974" y="24770"/>
                        <a:pt x="79974" y="39069"/>
                      </a:cubicBezTo>
                      <a:lnTo>
                        <a:pt x="79974" y="89829"/>
                      </a:lnTo>
                      <a:cubicBezTo>
                        <a:pt x="79974" y="92240"/>
                        <a:pt x="77955" y="94062"/>
                        <a:pt x="75544" y="94062"/>
                      </a:cubicBezTo>
                      <a:cubicBezTo>
                        <a:pt x="73133" y="94062"/>
                        <a:pt x="71311" y="92254"/>
                        <a:pt x="71311" y="89829"/>
                      </a:cubicBezTo>
                      <a:lnTo>
                        <a:pt x="71311" y="412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85D9B2CF-916E-81BB-F0E5-62CB4EEA0B99}"/>
                    </a:ext>
                  </a:extLst>
                </p:cNvPr>
                <p:cNvSpPr/>
                <p:nvPr/>
              </p:nvSpPr>
              <p:spPr>
                <a:xfrm>
                  <a:off x="507517" y="3442732"/>
                  <a:ext cx="78557" cy="138191"/>
                </a:xfrm>
                <a:custGeom>
                  <a:avLst/>
                  <a:gdLst>
                    <a:gd name="csX0" fmla="*/ 8677 w 78557"/>
                    <a:gd name="csY0" fmla="*/ 118229 h 138191"/>
                    <a:gd name="csX1" fmla="*/ 16934 w 78557"/>
                    <a:gd name="csY1" fmla="*/ 124075 h 138191"/>
                    <a:gd name="csX2" fmla="*/ 38284 w 78557"/>
                    <a:gd name="csY2" fmla="*/ 130916 h 138191"/>
                    <a:gd name="csX3" fmla="*/ 62255 w 78557"/>
                    <a:gd name="csY3" fmla="*/ 122056 h 138191"/>
                    <a:gd name="csX4" fmla="*/ 69712 w 78557"/>
                    <a:gd name="csY4" fmla="*/ 96473 h 138191"/>
                    <a:gd name="csX5" fmla="*/ 69712 w 78557"/>
                    <a:gd name="csY5" fmla="*/ 82974 h 138191"/>
                    <a:gd name="csX6" fmla="*/ 39896 w 78557"/>
                    <a:gd name="csY6" fmla="*/ 93852 h 138191"/>
                    <a:gd name="csX7" fmla="*/ 11285 w 78557"/>
                    <a:gd name="csY7" fmla="*/ 81165 h 138191"/>
                    <a:gd name="csX8" fmla="*/ 0 w 78557"/>
                    <a:gd name="csY8" fmla="*/ 46723 h 138191"/>
                    <a:gd name="csX9" fmla="*/ 11285 w 78557"/>
                    <a:gd name="csY9" fmla="*/ 12687 h 138191"/>
                    <a:gd name="csX10" fmla="*/ 39685 w 78557"/>
                    <a:gd name="csY10" fmla="*/ 0 h 138191"/>
                    <a:gd name="csX11" fmla="*/ 69698 w 78557"/>
                    <a:gd name="csY11" fmla="*/ 10472 h 138191"/>
                    <a:gd name="csX12" fmla="*/ 69698 w 78557"/>
                    <a:gd name="csY12" fmla="*/ 4234 h 138191"/>
                    <a:gd name="csX13" fmla="*/ 74128 w 78557"/>
                    <a:gd name="csY13" fmla="*/ 0 h 138191"/>
                    <a:gd name="csX14" fmla="*/ 78558 w 78557"/>
                    <a:gd name="csY14" fmla="*/ 4234 h 138191"/>
                    <a:gd name="csX15" fmla="*/ 78558 w 78557"/>
                    <a:gd name="csY15" fmla="*/ 95282 h 138191"/>
                    <a:gd name="csX16" fmla="*/ 68283 w 78557"/>
                    <a:gd name="csY16" fmla="*/ 127313 h 138191"/>
                    <a:gd name="csX17" fmla="*/ 38466 w 78557"/>
                    <a:gd name="csY17" fmla="*/ 138191 h 138191"/>
                    <a:gd name="csX18" fmla="*/ 12686 w 78557"/>
                    <a:gd name="csY18" fmla="*/ 130537 h 138191"/>
                    <a:gd name="csX19" fmla="*/ 5033 w 78557"/>
                    <a:gd name="csY19" fmla="*/ 122070 h 138191"/>
                    <a:gd name="csX20" fmla="*/ 8663 w 78557"/>
                    <a:gd name="csY20" fmla="*/ 118244 h 138191"/>
                    <a:gd name="csX21" fmla="*/ 69712 w 78557"/>
                    <a:gd name="csY21" fmla="*/ 74507 h 138191"/>
                    <a:gd name="csX22" fmla="*/ 69712 w 78557"/>
                    <a:gd name="csY22" fmla="*/ 18714 h 138191"/>
                    <a:gd name="csX23" fmla="*/ 40709 w 78557"/>
                    <a:gd name="csY23" fmla="*/ 7640 h 138191"/>
                    <a:gd name="csX24" fmla="*/ 17551 w 78557"/>
                    <a:gd name="csY24" fmla="*/ 18714 h 138191"/>
                    <a:gd name="csX25" fmla="*/ 9084 w 78557"/>
                    <a:gd name="csY25" fmla="*/ 46709 h 138191"/>
                    <a:gd name="csX26" fmla="*/ 17551 w 78557"/>
                    <a:gd name="csY26" fmla="*/ 75306 h 138191"/>
                    <a:gd name="csX27" fmla="*/ 40709 w 78557"/>
                    <a:gd name="csY27" fmla="*/ 85988 h 138191"/>
                    <a:gd name="csX28" fmla="*/ 69712 w 78557"/>
                    <a:gd name="csY28" fmla="*/ 74507 h 1381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78557" h="138191">
                      <a:moveTo>
                        <a:pt x="8677" y="118229"/>
                      </a:moveTo>
                      <a:cubicBezTo>
                        <a:pt x="11495" y="118229"/>
                        <a:pt x="11901" y="120038"/>
                        <a:pt x="16934" y="124075"/>
                      </a:cubicBezTo>
                      <a:cubicBezTo>
                        <a:pt x="23382" y="129318"/>
                        <a:pt x="30826" y="130916"/>
                        <a:pt x="38284" y="130916"/>
                      </a:cubicBezTo>
                      <a:cubicBezTo>
                        <a:pt x="49568" y="130916"/>
                        <a:pt x="57419" y="127692"/>
                        <a:pt x="62255" y="122056"/>
                      </a:cubicBezTo>
                      <a:cubicBezTo>
                        <a:pt x="67287" y="116014"/>
                        <a:pt x="69712" y="107351"/>
                        <a:pt x="69712" y="96473"/>
                      </a:cubicBezTo>
                      <a:lnTo>
                        <a:pt x="69712" y="82974"/>
                      </a:lnTo>
                      <a:cubicBezTo>
                        <a:pt x="60643" y="91230"/>
                        <a:pt x="50774" y="93852"/>
                        <a:pt x="39896" y="93852"/>
                      </a:cubicBezTo>
                      <a:cubicBezTo>
                        <a:pt x="27209" y="93852"/>
                        <a:pt x="17943" y="88819"/>
                        <a:pt x="11285" y="81165"/>
                      </a:cubicBezTo>
                      <a:cubicBezTo>
                        <a:pt x="3827" y="72306"/>
                        <a:pt x="0" y="59816"/>
                        <a:pt x="0" y="46723"/>
                      </a:cubicBezTo>
                      <a:cubicBezTo>
                        <a:pt x="0" y="33630"/>
                        <a:pt x="3631" y="21546"/>
                        <a:pt x="11285" y="12687"/>
                      </a:cubicBezTo>
                      <a:cubicBezTo>
                        <a:pt x="17733" y="5033"/>
                        <a:pt x="27195" y="0"/>
                        <a:pt x="39685" y="0"/>
                      </a:cubicBezTo>
                      <a:cubicBezTo>
                        <a:pt x="54391" y="0"/>
                        <a:pt x="63250" y="5439"/>
                        <a:pt x="69698" y="10472"/>
                      </a:cubicBezTo>
                      <a:lnTo>
                        <a:pt x="69698" y="4234"/>
                      </a:lnTo>
                      <a:cubicBezTo>
                        <a:pt x="69698" y="1822"/>
                        <a:pt x="71717" y="0"/>
                        <a:pt x="74128" y="0"/>
                      </a:cubicBezTo>
                      <a:cubicBezTo>
                        <a:pt x="76539" y="0"/>
                        <a:pt x="78558" y="1808"/>
                        <a:pt x="78558" y="4234"/>
                      </a:cubicBezTo>
                      <a:lnTo>
                        <a:pt x="78558" y="95282"/>
                      </a:lnTo>
                      <a:cubicBezTo>
                        <a:pt x="78558" y="109174"/>
                        <a:pt x="75137" y="120052"/>
                        <a:pt x="68283" y="127313"/>
                      </a:cubicBezTo>
                      <a:cubicBezTo>
                        <a:pt x="61638" y="134561"/>
                        <a:pt x="51769" y="138191"/>
                        <a:pt x="38466" y="138191"/>
                      </a:cubicBezTo>
                      <a:cubicBezTo>
                        <a:pt x="27784" y="138191"/>
                        <a:pt x="19934" y="135976"/>
                        <a:pt x="12686" y="130537"/>
                      </a:cubicBezTo>
                      <a:cubicBezTo>
                        <a:pt x="7850" y="127510"/>
                        <a:pt x="5033" y="124692"/>
                        <a:pt x="5033" y="122070"/>
                      </a:cubicBezTo>
                      <a:cubicBezTo>
                        <a:pt x="5033" y="120052"/>
                        <a:pt x="6448" y="118244"/>
                        <a:pt x="8663" y="118244"/>
                      </a:cubicBezTo>
                      <a:close/>
                      <a:moveTo>
                        <a:pt x="69712" y="74507"/>
                      </a:moveTo>
                      <a:lnTo>
                        <a:pt x="69712" y="18714"/>
                      </a:lnTo>
                      <a:cubicBezTo>
                        <a:pt x="63671" y="13682"/>
                        <a:pt x="55820" y="7640"/>
                        <a:pt x="40709" y="7640"/>
                      </a:cubicBezTo>
                      <a:cubicBezTo>
                        <a:pt x="30433" y="7640"/>
                        <a:pt x="22780" y="12070"/>
                        <a:pt x="17551" y="18714"/>
                      </a:cubicBezTo>
                      <a:cubicBezTo>
                        <a:pt x="11705" y="25962"/>
                        <a:pt x="9084" y="35831"/>
                        <a:pt x="9084" y="46709"/>
                      </a:cubicBezTo>
                      <a:cubicBezTo>
                        <a:pt x="9084" y="57587"/>
                        <a:pt x="11705" y="67862"/>
                        <a:pt x="17551" y="75306"/>
                      </a:cubicBezTo>
                      <a:cubicBezTo>
                        <a:pt x="22794" y="81950"/>
                        <a:pt x="30237" y="85988"/>
                        <a:pt x="40709" y="85988"/>
                      </a:cubicBezTo>
                      <a:cubicBezTo>
                        <a:pt x="53003" y="85988"/>
                        <a:pt x="61862" y="82357"/>
                        <a:pt x="69712" y="7450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13ADA4B0-D33E-02ED-A332-2227B18AD832}"/>
                    </a:ext>
                  </a:extLst>
                </p:cNvPr>
                <p:cNvSpPr/>
                <p:nvPr/>
              </p:nvSpPr>
              <p:spPr>
                <a:xfrm>
                  <a:off x="615303" y="3394173"/>
                  <a:ext cx="11074" cy="142621"/>
                </a:xfrm>
                <a:custGeom>
                  <a:avLst/>
                  <a:gdLst>
                    <a:gd name="csX0" fmla="*/ 0 w 11074"/>
                    <a:gd name="csY0" fmla="*/ 5439 h 142621"/>
                    <a:gd name="csX1" fmla="*/ 5635 w 11074"/>
                    <a:gd name="csY1" fmla="*/ 0 h 142621"/>
                    <a:gd name="csX2" fmla="*/ 11074 w 11074"/>
                    <a:gd name="csY2" fmla="*/ 5439 h 142621"/>
                    <a:gd name="csX3" fmla="*/ 5635 w 11074"/>
                    <a:gd name="csY3" fmla="*/ 11074 h 142621"/>
                    <a:gd name="csX4" fmla="*/ 0 w 11074"/>
                    <a:gd name="csY4" fmla="*/ 5439 h 142621"/>
                    <a:gd name="csX5" fmla="*/ 5846 w 11074"/>
                    <a:gd name="csY5" fmla="*/ 48545 h 142621"/>
                    <a:gd name="csX6" fmla="*/ 10275 w 11074"/>
                    <a:gd name="csY6" fmla="*/ 52778 h 142621"/>
                    <a:gd name="csX7" fmla="*/ 10275 w 11074"/>
                    <a:gd name="csY7" fmla="*/ 138388 h 142621"/>
                    <a:gd name="csX8" fmla="*/ 5846 w 11074"/>
                    <a:gd name="csY8" fmla="*/ 142621 h 142621"/>
                    <a:gd name="csX9" fmla="*/ 1416 w 11074"/>
                    <a:gd name="csY9" fmla="*/ 138388 h 142621"/>
                    <a:gd name="csX10" fmla="*/ 1416 w 11074"/>
                    <a:gd name="csY10" fmla="*/ 52778 h 142621"/>
                    <a:gd name="csX11" fmla="*/ 5846 w 11074"/>
                    <a:gd name="csY11" fmla="*/ 48545 h 1426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1074" h="142621">
                      <a:moveTo>
                        <a:pt x="0" y="5439"/>
                      </a:moveTo>
                      <a:cubicBezTo>
                        <a:pt x="0" y="2411"/>
                        <a:pt x="2411" y="0"/>
                        <a:pt x="5635" y="0"/>
                      </a:cubicBezTo>
                      <a:cubicBezTo>
                        <a:pt x="8663" y="0"/>
                        <a:pt x="11074" y="2411"/>
                        <a:pt x="11074" y="5439"/>
                      </a:cubicBezTo>
                      <a:cubicBezTo>
                        <a:pt x="11074" y="8663"/>
                        <a:pt x="8663" y="11074"/>
                        <a:pt x="5635" y="11074"/>
                      </a:cubicBezTo>
                      <a:cubicBezTo>
                        <a:pt x="2411" y="11074"/>
                        <a:pt x="0" y="8663"/>
                        <a:pt x="0" y="5439"/>
                      </a:cubicBezTo>
                      <a:close/>
                      <a:moveTo>
                        <a:pt x="5846" y="48545"/>
                      </a:moveTo>
                      <a:cubicBezTo>
                        <a:pt x="8271" y="48545"/>
                        <a:pt x="10275" y="50353"/>
                        <a:pt x="10275" y="52778"/>
                      </a:cubicBezTo>
                      <a:lnTo>
                        <a:pt x="10275" y="138388"/>
                      </a:lnTo>
                      <a:cubicBezTo>
                        <a:pt x="10275" y="140799"/>
                        <a:pt x="8257" y="142621"/>
                        <a:pt x="5846" y="142621"/>
                      </a:cubicBezTo>
                      <a:cubicBezTo>
                        <a:pt x="3434" y="142621"/>
                        <a:pt x="1416" y="140813"/>
                        <a:pt x="1416" y="138388"/>
                      </a:cubicBezTo>
                      <a:lnTo>
                        <a:pt x="1416" y="52778"/>
                      </a:lnTo>
                      <a:cubicBezTo>
                        <a:pt x="1416" y="50367"/>
                        <a:pt x="3434" y="48545"/>
                        <a:pt x="5846" y="485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86020312-840B-D6C5-398E-4D16AA5CE990}"/>
                    </a:ext>
                  </a:extLst>
                </p:cNvPr>
                <p:cNvSpPr/>
                <p:nvPr/>
              </p:nvSpPr>
              <p:spPr>
                <a:xfrm>
                  <a:off x="656208" y="3442718"/>
                  <a:ext cx="79973" cy="94076"/>
                </a:xfrm>
                <a:custGeom>
                  <a:avLst/>
                  <a:gdLst>
                    <a:gd name="csX0" fmla="*/ 71297 w 79973"/>
                    <a:gd name="csY0" fmla="*/ 41298 h 94076"/>
                    <a:gd name="csX1" fmla="*/ 62633 w 79973"/>
                    <a:gd name="csY1" fmla="*/ 14705 h 94076"/>
                    <a:gd name="csX2" fmla="*/ 41690 w 79973"/>
                    <a:gd name="csY2" fmla="*/ 8060 h 94076"/>
                    <a:gd name="csX3" fmla="*/ 14495 w 79973"/>
                    <a:gd name="csY3" fmla="*/ 23971 h 94076"/>
                    <a:gd name="csX4" fmla="*/ 8860 w 79973"/>
                    <a:gd name="csY4" fmla="*/ 46737 h 94076"/>
                    <a:gd name="csX5" fmla="*/ 8860 w 79973"/>
                    <a:gd name="csY5" fmla="*/ 89843 h 94076"/>
                    <a:gd name="csX6" fmla="*/ 4430 w 79973"/>
                    <a:gd name="csY6" fmla="*/ 94076 h 94076"/>
                    <a:gd name="csX7" fmla="*/ 0 w 79973"/>
                    <a:gd name="csY7" fmla="*/ 89843 h 94076"/>
                    <a:gd name="csX8" fmla="*/ 0 w 79973"/>
                    <a:gd name="csY8" fmla="*/ 4234 h 94076"/>
                    <a:gd name="csX9" fmla="*/ 4430 w 79973"/>
                    <a:gd name="csY9" fmla="*/ 0 h 94076"/>
                    <a:gd name="csX10" fmla="*/ 8860 w 79973"/>
                    <a:gd name="csY10" fmla="*/ 4234 h 94076"/>
                    <a:gd name="csX11" fmla="*/ 8860 w 79973"/>
                    <a:gd name="csY11" fmla="*/ 20144 h 94076"/>
                    <a:gd name="csX12" fmla="*/ 43106 w 79973"/>
                    <a:gd name="csY12" fmla="*/ 0 h 94076"/>
                    <a:gd name="csX13" fmla="*/ 69096 w 79973"/>
                    <a:gd name="csY13" fmla="*/ 7850 h 94076"/>
                    <a:gd name="csX14" fmla="*/ 79974 w 79973"/>
                    <a:gd name="csY14" fmla="*/ 39069 h 94076"/>
                    <a:gd name="csX15" fmla="*/ 79974 w 79973"/>
                    <a:gd name="csY15" fmla="*/ 89829 h 94076"/>
                    <a:gd name="csX16" fmla="*/ 75544 w 79973"/>
                    <a:gd name="csY16" fmla="*/ 94062 h 94076"/>
                    <a:gd name="csX17" fmla="*/ 71311 w 79973"/>
                    <a:gd name="csY17" fmla="*/ 89829 h 94076"/>
                    <a:gd name="csX18" fmla="*/ 71311 w 79973"/>
                    <a:gd name="csY18" fmla="*/ 41284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73" h="94076">
                      <a:moveTo>
                        <a:pt x="71297" y="41298"/>
                      </a:moveTo>
                      <a:cubicBezTo>
                        <a:pt x="71297" y="29214"/>
                        <a:pt x="68885" y="20354"/>
                        <a:pt x="62633" y="14705"/>
                      </a:cubicBezTo>
                      <a:cubicBezTo>
                        <a:pt x="57797" y="10275"/>
                        <a:pt x="51152" y="8060"/>
                        <a:pt x="41690" y="8060"/>
                      </a:cubicBezTo>
                      <a:cubicBezTo>
                        <a:pt x="30013" y="8060"/>
                        <a:pt x="20537" y="13093"/>
                        <a:pt x="14495" y="23971"/>
                      </a:cubicBezTo>
                      <a:cubicBezTo>
                        <a:pt x="10864" y="30812"/>
                        <a:pt x="8860" y="38676"/>
                        <a:pt x="8860" y="46737"/>
                      </a:cubicBezTo>
                      <a:lnTo>
                        <a:pt x="8860" y="89843"/>
                      </a:lnTo>
                      <a:cubicBezTo>
                        <a:pt x="8860" y="92254"/>
                        <a:pt x="6841" y="94076"/>
                        <a:pt x="4430" y="94076"/>
                      </a:cubicBezTo>
                      <a:cubicBezTo>
                        <a:pt x="2019" y="94076"/>
                        <a:pt x="0" y="92268"/>
                        <a:pt x="0" y="89843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20144"/>
                      </a:lnTo>
                      <a:cubicBezTo>
                        <a:pt x="15098" y="7458"/>
                        <a:pt x="27195" y="0"/>
                        <a:pt x="43106" y="0"/>
                      </a:cubicBezTo>
                      <a:cubicBezTo>
                        <a:pt x="54180" y="0"/>
                        <a:pt x="62844" y="2621"/>
                        <a:pt x="69096" y="7850"/>
                      </a:cubicBezTo>
                      <a:cubicBezTo>
                        <a:pt x="76343" y="14299"/>
                        <a:pt x="79974" y="24770"/>
                        <a:pt x="79974" y="39069"/>
                      </a:cubicBezTo>
                      <a:lnTo>
                        <a:pt x="79974" y="89829"/>
                      </a:lnTo>
                      <a:cubicBezTo>
                        <a:pt x="79974" y="92240"/>
                        <a:pt x="77955" y="94062"/>
                        <a:pt x="75544" y="94062"/>
                      </a:cubicBezTo>
                      <a:cubicBezTo>
                        <a:pt x="73133" y="94062"/>
                        <a:pt x="71311" y="92254"/>
                        <a:pt x="71311" y="89829"/>
                      </a:cubicBezTo>
                      <a:lnTo>
                        <a:pt x="71311" y="412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410785A7-640B-7CA0-68E9-38540EB7310F}"/>
                    </a:ext>
                  </a:extLst>
                </p:cNvPr>
                <p:cNvSpPr/>
                <p:nvPr/>
              </p:nvSpPr>
              <p:spPr>
                <a:xfrm>
                  <a:off x="759746" y="3442732"/>
                  <a:ext cx="86408" cy="94062"/>
                </a:xfrm>
                <a:custGeom>
                  <a:avLst/>
                  <a:gdLst>
                    <a:gd name="csX0" fmla="*/ 82581 w 86408"/>
                    <a:gd name="csY0" fmla="*/ 80563 h 94062"/>
                    <a:gd name="csX1" fmla="*/ 77142 w 86408"/>
                    <a:gd name="csY1" fmla="*/ 86408 h 94062"/>
                    <a:gd name="csX2" fmla="*/ 46933 w 86408"/>
                    <a:gd name="csY2" fmla="*/ 94062 h 94062"/>
                    <a:gd name="csX3" fmla="*/ 11074 w 86408"/>
                    <a:gd name="csY3" fmla="*/ 78558 h 94062"/>
                    <a:gd name="csX4" fmla="*/ 0 w 86408"/>
                    <a:gd name="csY4" fmla="*/ 45727 h 94062"/>
                    <a:gd name="csX5" fmla="*/ 11677 w 86408"/>
                    <a:gd name="csY5" fmla="*/ 13500 h 94062"/>
                    <a:gd name="csX6" fmla="*/ 44508 w 86408"/>
                    <a:gd name="csY6" fmla="*/ 0 h 94062"/>
                    <a:gd name="csX7" fmla="*/ 75530 w 86408"/>
                    <a:gd name="csY7" fmla="*/ 12897 h 94062"/>
                    <a:gd name="csX8" fmla="*/ 86408 w 86408"/>
                    <a:gd name="csY8" fmla="*/ 43106 h 94062"/>
                    <a:gd name="csX9" fmla="*/ 81165 w 86408"/>
                    <a:gd name="csY9" fmla="*/ 48741 h 94062"/>
                    <a:gd name="csX10" fmla="*/ 9252 w 86408"/>
                    <a:gd name="csY10" fmla="*/ 48741 h 94062"/>
                    <a:gd name="csX11" fmla="*/ 17719 w 86408"/>
                    <a:gd name="csY11" fmla="*/ 73119 h 94062"/>
                    <a:gd name="csX12" fmla="*/ 47325 w 86408"/>
                    <a:gd name="csY12" fmla="*/ 86408 h 94062"/>
                    <a:gd name="csX13" fmla="*/ 72306 w 86408"/>
                    <a:gd name="csY13" fmla="*/ 80366 h 94062"/>
                    <a:gd name="csX14" fmla="*/ 79147 w 86408"/>
                    <a:gd name="csY14" fmla="*/ 76736 h 94062"/>
                    <a:gd name="csX15" fmla="*/ 82567 w 86408"/>
                    <a:gd name="csY15" fmla="*/ 80563 h 94062"/>
                    <a:gd name="csX16" fmla="*/ 77745 w 86408"/>
                    <a:gd name="csY16" fmla="*/ 41886 h 94062"/>
                    <a:gd name="csX17" fmla="*/ 69082 w 86408"/>
                    <a:gd name="csY17" fmla="*/ 18112 h 94062"/>
                    <a:gd name="csX18" fmla="*/ 44508 w 86408"/>
                    <a:gd name="csY18" fmla="*/ 7640 h 94062"/>
                    <a:gd name="csX19" fmla="*/ 17523 w 86408"/>
                    <a:gd name="csY19" fmla="*/ 19317 h 94062"/>
                    <a:gd name="csX20" fmla="*/ 9266 w 86408"/>
                    <a:gd name="csY20" fmla="*/ 41872 h 94062"/>
                    <a:gd name="csX21" fmla="*/ 77759 w 86408"/>
                    <a:gd name="csY21" fmla="*/ 41872 h 940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86408" h="94062">
                      <a:moveTo>
                        <a:pt x="82581" y="80563"/>
                      </a:moveTo>
                      <a:cubicBezTo>
                        <a:pt x="82581" y="82581"/>
                        <a:pt x="80969" y="84193"/>
                        <a:pt x="77142" y="86408"/>
                      </a:cubicBezTo>
                      <a:cubicBezTo>
                        <a:pt x="70091" y="90431"/>
                        <a:pt x="59423" y="94062"/>
                        <a:pt x="46933" y="94062"/>
                      </a:cubicBezTo>
                      <a:cubicBezTo>
                        <a:pt x="32032" y="94062"/>
                        <a:pt x="19541" y="88427"/>
                        <a:pt x="11074" y="78558"/>
                      </a:cubicBezTo>
                      <a:cubicBezTo>
                        <a:pt x="4219" y="70498"/>
                        <a:pt x="0" y="59227"/>
                        <a:pt x="0" y="45727"/>
                      </a:cubicBezTo>
                      <a:cubicBezTo>
                        <a:pt x="0" y="33237"/>
                        <a:pt x="4023" y="21953"/>
                        <a:pt x="11677" y="13500"/>
                      </a:cubicBezTo>
                      <a:cubicBezTo>
                        <a:pt x="18925" y="5243"/>
                        <a:pt x="30013" y="0"/>
                        <a:pt x="44508" y="0"/>
                      </a:cubicBezTo>
                      <a:cubicBezTo>
                        <a:pt x="57797" y="0"/>
                        <a:pt x="68479" y="5243"/>
                        <a:pt x="75530" y="12897"/>
                      </a:cubicBezTo>
                      <a:cubicBezTo>
                        <a:pt x="82777" y="20747"/>
                        <a:pt x="86408" y="31429"/>
                        <a:pt x="86408" y="43106"/>
                      </a:cubicBezTo>
                      <a:cubicBezTo>
                        <a:pt x="86408" y="45924"/>
                        <a:pt x="84796" y="48741"/>
                        <a:pt x="81165" y="48741"/>
                      </a:cubicBezTo>
                      <a:lnTo>
                        <a:pt x="9252" y="48741"/>
                      </a:lnTo>
                      <a:cubicBezTo>
                        <a:pt x="9659" y="58414"/>
                        <a:pt x="12476" y="66867"/>
                        <a:pt x="17719" y="73119"/>
                      </a:cubicBezTo>
                      <a:cubicBezTo>
                        <a:pt x="24364" y="81586"/>
                        <a:pt x="34639" y="86408"/>
                        <a:pt x="47325" y="86408"/>
                      </a:cubicBezTo>
                      <a:cubicBezTo>
                        <a:pt x="56788" y="86408"/>
                        <a:pt x="65857" y="83997"/>
                        <a:pt x="72306" y="80366"/>
                      </a:cubicBezTo>
                      <a:cubicBezTo>
                        <a:pt x="76133" y="78151"/>
                        <a:pt x="77338" y="76736"/>
                        <a:pt x="79147" y="76736"/>
                      </a:cubicBezTo>
                      <a:cubicBezTo>
                        <a:pt x="81165" y="76736"/>
                        <a:pt x="82567" y="78754"/>
                        <a:pt x="82567" y="80563"/>
                      </a:cubicBezTo>
                      <a:close/>
                      <a:moveTo>
                        <a:pt x="77745" y="41886"/>
                      </a:moveTo>
                      <a:cubicBezTo>
                        <a:pt x="77549" y="31807"/>
                        <a:pt x="74324" y="23551"/>
                        <a:pt x="69082" y="18112"/>
                      </a:cubicBezTo>
                      <a:cubicBezTo>
                        <a:pt x="63643" y="11874"/>
                        <a:pt x="55190" y="7640"/>
                        <a:pt x="44508" y="7640"/>
                      </a:cubicBezTo>
                      <a:cubicBezTo>
                        <a:pt x="32424" y="7640"/>
                        <a:pt x="23354" y="12070"/>
                        <a:pt x="17523" y="19317"/>
                      </a:cubicBezTo>
                      <a:cubicBezTo>
                        <a:pt x="12686" y="24952"/>
                        <a:pt x="9673" y="33419"/>
                        <a:pt x="9266" y="41872"/>
                      </a:cubicBezTo>
                      <a:lnTo>
                        <a:pt x="77759" y="418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DF0CEAC8-88D4-DEFF-0662-EBC07BEE2E60}"/>
                    </a:ext>
                  </a:extLst>
                </p:cNvPr>
                <p:cNvSpPr/>
                <p:nvPr/>
              </p:nvSpPr>
              <p:spPr>
                <a:xfrm>
                  <a:off x="865289" y="3442732"/>
                  <a:ext cx="86408" cy="94062"/>
                </a:xfrm>
                <a:custGeom>
                  <a:avLst/>
                  <a:gdLst>
                    <a:gd name="csX0" fmla="*/ 82581 w 86408"/>
                    <a:gd name="csY0" fmla="*/ 80563 h 94062"/>
                    <a:gd name="csX1" fmla="*/ 77142 w 86408"/>
                    <a:gd name="csY1" fmla="*/ 86408 h 94062"/>
                    <a:gd name="csX2" fmla="*/ 46933 w 86408"/>
                    <a:gd name="csY2" fmla="*/ 94062 h 94062"/>
                    <a:gd name="csX3" fmla="*/ 11074 w 86408"/>
                    <a:gd name="csY3" fmla="*/ 78558 h 94062"/>
                    <a:gd name="csX4" fmla="*/ 0 w 86408"/>
                    <a:gd name="csY4" fmla="*/ 45727 h 94062"/>
                    <a:gd name="csX5" fmla="*/ 11677 w 86408"/>
                    <a:gd name="csY5" fmla="*/ 13500 h 94062"/>
                    <a:gd name="csX6" fmla="*/ 44508 w 86408"/>
                    <a:gd name="csY6" fmla="*/ 0 h 94062"/>
                    <a:gd name="csX7" fmla="*/ 75530 w 86408"/>
                    <a:gd name="csY7" fmla="*/ 12897 h 94062"/>
                    <a:gd name="csX8" fmla="*/ 86408 w 86408"/>
                    <a:gd name="csY8" fmla="*/ 43106 h 94062"/>
                    <a:gd name="csX9" fmla="*/ 81165 w 86408"/>
                    <a:gd name="csY9" fmla="*/ 48741 h 94062"/>
                    <a:gd name="csX10" fmla="*/ 9252 w 86408"/>
                    <a:gd name="csY10" fmla="*/ 48741 h 94062"/>
                    <a:gd name="csX11" fmla="*/ 17705 w 86408"/>
                    <a:gd name="csY11" fmla="*/ 73119 h 94062"/>
                    <a:gd name="csX12" fmla="*/ 47311 w 86408"/>
                    <a:gd name="csY12" fmla="*/ 86408 h 94062"/>
                    <a:gd name="csX13" fmla="*/ 72292 w 86408"/>
                    <a:gd name="csY13" fmla="*/ 80366 h 94062"/>
                    <a:gd name="csX14" fmla="*/ 79133 w 86408"/>
                    <a:gd name="csY14" fmla="*/ 76736 h 94062"/>
                    <a:gd name="csX15" fmla="*/ 82553 w 86408"/>
                    <a:gd name="csY15" fmla="*/ 80563 h 94062"/>
                    <a:gd name="csX16" fmla="*/ 77745 w 86408"/>
                    <a:gd name="csY16" fmla="*/ 41886 h 94062"/>
                    <a:gd name="csX17" fmla="*/ 69082 w 86408"/>
                    <a:gd name="csY17" fmla="*/ 18112 h 94062"/>
                    <a:gd name="csX18" fmla="*/ 44508 w 86408"/>
                    <a:gd name="csY18" fmla="*/ 7640 h 94062"/>
                    <a:gd name="csX19" fmla="*/ 17523 w 86408"/>
                    <a:gd name="csY19" fmla="*/ 19317 h 94062"/>
                    <a:gd name="csX20" fmla="*/ 9266 w 86408"/>
                    <a:gd name="csY20" fmla="*/ 41872 h 94062"/>
                    <a:gd name="csX21" fmla="*/ 77745 w 86408"/>
                    <a:gd name="csY21" fmla="*/ 41872 h 940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86408" h="94062">
                      <a:moveTo>
                        <a:pt x="82581" y="80563"/>
                      </a:moveTo>
                      <a:cubicBezTo>
                        <a:pt x="82581" y="82581"/>
                        <a:pt x="80969" y="84193"/>
                        <a:pt x="77142" y="86408"/>
                      </a:cubicBezTo>
                      <a:cubicBezTo>
                        <a:pt x="70091" y="90431"/>
                        <a:pt x="59423" y="94062"/>
                        <a:pt x="46933" y="94062"/>
                      </a:cubicBezTo>
                      <a:cubicBezTo>
                        <a:pt x="32032" y="94062"/>
                        <a:pt x="19541" y="88427"/>
                        <a:pt x="11074" y="78558"/>
                      </a:cubicBezTo>
                      <a:cubicBezTo>
                        <a:pt x="4219" y="70498"/>
                        <a:pt x="0" y="59227"/>
                        <a:pt x="0" y="45727"/>
                      </a:cubicBezTo>
                      <a:cubicBezTo>
                        <a:pt x="0" y="33237"/>
                        <a:pt x="4023" y="21953"/>
                        <a:pt x="11677" y="13500"/>
                      </a:cubicBezTo>
                      <a:cubicBezTo>
                        <a:pt x="18925" y="5243"/>
                        <a:pt x="30013" y="0"/>
                        <a:pt x="44508" y="0"/>
                      </a:cubicBezTo>
                      <a:cubicBezTo>
                        <a:pt x="57797" y="0"/>
                        <a:pt x="68479" y="5243"/>
                        <a:pt x="75530" y="12897"/>
                      </a:cubicBezTo>
                      <a:cubicBezTo>
                        <a:pt x="82777" y="20747"/>
                        <a:pt x="86408" y="31429"/>
                        <a:pt x="86408" y="43106"/>
                      </a:cubicBezTo>
                      <a:cubicBezTo>
                        <a:pt x="86408" y="45924"/>
                        <a:pt x="84796" y="48741"/>
                        <a:pt x="81165" y="48741"/>
                      </a:cubicBezTo>
                      <a:lnTo>
                        <a:pt x="9252" y="48741"/>
                      </a:lnTo>
                      <a:cubicBezTo>
                        <a:pt x="9659" y="58414"/>
                        <a:pt x="12476" y="66867"/>
                        <a:pt x="17705" y="73119"/>
                      </a:cubicBezTo>
                      <a:cubicBezTo>
                        <a:pt x="24350" y="81586"/>
                        <a:pt x="34625" y="86408"/>
                        <a:pt x="47311" y="86408"/>
                      </a:cubicBezTo>
                      <a:cubicBezTo>
                        <a:pt x="56774" y="86408"/>
                        <a:pt x="65843" y="83997"/>
                        <a:pt x="72292" y="80366"/>
                      </a:cubicBezTo>
                      <a:cubicBezTo>
                        <a:pt x="76119" y="78151"/>
                        <a:pt x="77324" y="76736"/>
                        <a:pt x="79133" y="76736"/>
                      </a:cubicBezTo>
                      <a:cubicBezTo>
                        <a:pt x="81151" y="76736"/>
                        <a:pt x="82553" y="78754"/>
                        <a:pt x="82553" y="80563"/>
                      </a:cubicBezTo>
                      <a:close/>
                      <a:moveTo>
                        <a:pt x="77745" y="41886"/>
                      </a:moveTo>
                      <a:cubicBezTo>
                        <a:pt x="77549" y="31807"/>
                        <a:pt x="74324" y="23551"/>
                        <a:pt x="69082" y="18112"/>
                      </a:cubicBezTo>
                      <a:cubicBezTo>
                        <a:pt x="63643" y="11874"/>
                        <a:pt x="55176" y="7640"/>
                        <a:pt x="44508" y="7640"/>
                      </a:cubicBezTo>
                      <a:cubicBezTo>
                        <a:pt x="32424" y="7640"/>
                        <a:pt x="23354" y="12070"/>
                        <a:pt x="17523" y="19317"/>
                      </a:cubicBezTo>
                      <a:cubicBezTo>
                        <a:pt x="12686" y="24952"/>
                        <a:pt x="9673" y="33419"/>
                        <a:pt x="9266" y="41872"/>
                      </a:cubicBezTo>
                      <a:lnTo>
                        <a:pt x="77745" y="418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992641EF-F390-8260-A378-7A738E9F1FA2}"/>
                    </a:ext>
                  </a:extLst>
                </p:cNvPr>
                <p:cNvSpPr/>
                <p:nvPr/>
              </p:nvSpPr>
              <p:spPr>
                <a:xfrm>
                  <a:off x="976482" y="3442718"/>
                  <a:ext cx="57810" cy="94076"/>
                </a:xfrm>
                <a:custGeom>
                  <a:avLst/>
                  <a:gdLst>
                    <a:gd name="csX0" fmla="*/ 52975 w 57810"/>
                    <a:gd name="csY0" fmla="*/ 4430 h 94076"/>
                    <a:gd name="csX1" fmla="*/ 57811 w 57810"/>
                    <a:gd name="csY1" fmla="*/ 10668 h 94076"/>
                    <a:gd name="csX2" fmla="*/ 53788 w 57810"/>
                    <a:gd name="csY2" fmla="*/ 14495 h 94076"/>
                    <a:gd name="csX3" fmla="*/ 45125 w 57810"/>
                    <a:gd name="csY3" fmla="*/ 10261 h 94076"/>
                    <a:gd name="csX4" fmla="*/ 34849 w 57810"/>
                    <a:gd name="csY4" fmla="*/ 8047 h 94076"/>
                    <a:gd name="csX5" fmla="*/ 16513 w 57810"/>
                    <a:gd name="csY5" fmla="*/ 17719 h 94076"/>
                    <a:gd name="csX6" fmla="*/ 8860 w 57810"/>
                    <a:gd name="csY6" fmla="*/ 43709 h 94076"/>
                    <a:gd name="csX7" fmla="*/ 8860 w 57810"/>
                    <a:gd name="csY7" fmla="*/ 89843 h 94076"/>
                    <a:gd name="csX8" fmla="*/ 4430 w 57810"/>
                    <a:gd name="csY8" fmla="*/ 94076 h 94076"/>
                    <a:gd name="csX9" fmla="*/ 0 w 57810"/>
                    <a:gd name="csY9" fmla="*/ 89843 h 94076"/>
                    <a:gd name="csX10" fmla="*/ 0 w 57810"/>
                    <a:gd name="csY10" fmla="*/ 4234 h 94076"/>
                    <a:gd name="csX11" fmla="*/ 4430 w 57810"/>
                    <a:gd name="csY11" fmla="*/ 0 h 94076"/>
                    <a:gd name="csX12" fmla="*/ 8860 w 57810"/>
                    <a:gd name="csY12" fmla="*/ 4234 h 94076"/>
                    <a:gd name="csX13" fmla="*/ 8860 w 57810"/>
                    <a:gd name="csY13" fmla="*/ 18532 h 94076"/>
                    <a:gd name="csX14" fmla="*/ 9056 w 57810"/>
                    <a:gd name="csY14" fmla="*/ 18532 h 94076"/>
                    <a:gd name="csX15" fmla="*/ 36055 w 57810"/>
                    <a:gd name="csY15" fmla="*/ 0 h 94076"/>
                    <a:gd name="csX16" fmla="*/ 52975 w 57810"/>
                    <a:gd name="csY16" fmla="*/ 4430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7810" h="94076">
                      <a:moveTo>
                        <a:pt x="52975" y="4430"/>
                      </a:moveTo>
                      <a:cubicBezTo>
                        <a:pt x="56395" y="6645"/>
                        <a:pt x="57811" y="8257"/>
                        <a:pt x="57811" y="10668"/>
                      </a:cubicBezTo>
                      <a:cubicBezTo>
                        <a:pt x="57811" y="12883"/>
                        <a:pt x="56003" y="14495"/>
                        <a:pt x="53788" y="14495"/>
                      </a:cubicBezTo>
                      <a:cubicBezTo>
                        <a:pt x="51573" y="14495"/>
                        <a:pt x="50564" y="12883"/>
                        <a:pt x="45125" y="10261"/>
                      </a:cubicBezTo>
                      <a:cubicBezTo>
                        <a:pt x="42307" y="8860"/>
                        <a:pt x="39083" y="8047"/>
                        <a:pt x="34849" y="8047"/>
                      </a:cubicBezTo>
                      <a:cubicBezTo>
                        <a:pt x="27798" y="8047"/>
                        <a:pt x="21350" y="11074"/>
                        <a:pt x="16513" y="17719"/>
                      </a:cubicBezTo>
                      <a:cubicBezTo>
                        <a:pt x="11481" y="24560"/>
                        <a:pt x="8860" y="34835"/>
                        <a:pt x="8860" y="43709"/>
                      </a:cubicBezTo>
                      <a:lnTo>
                        <a:pt x="8860" y="89843"/>
                      </a:lnTo>
                      <a:cubicBezTo>
                        <a:pt x="8860" y="92254"/>
                        <a:pt x="6841" y="94076"/>
                        <a:pt x="4430" y="94076"/>
                      </a:cubicBezTo>
                      <a:cubicBezTo>
                        <a:pt x="2019" y="94076"/>
                        <a:pt x="0" y="92268"/>
                        <a:pt x="0" y="89843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18532"/>
                      </a:lnTo>
                      <a:lnTo>
                        <a:pt x="9056" y="18532"/>
                      </a:lnTo>
                      <a:cubicBezTo>
                        <a:pt x="13079" y="7458"/>
                        <a:pt x="22962" y="0"/>
                        <a:pt x="36055" y="0"/>
                      </a:cubicBezTo>
                      <a:cubicBezTo>
                        <a:pt x="43302" y="0"/>
                        <a:pt x="49554" y="2215"/>
                        <a:pt x="52975" y="44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55B076FC-0F7D-3055-81CF-73FBE954E836}"/>
                    </a:ext>
                  </a:extLst>
                </p:cNvPr>
                <p:cNvSpPr/>
                <p:nvPr/>
              </p:nvSpPr>
              <p:spPr>
                <a:xfrm>
                  <a:off x="1044358" y="3394173"/>
                  <a:ext cx="11074" cy="142621"/>
                </a:xfrm>
                <a:custGeom>
                  <a:avLst/>
                  <a:gdLst>
                    <a:gd name="csX0" fmla="*/ 0 w 11074"/>
                    <a:gd name="csY0" fmla="*/ 5439 h 142621"/>
                    <a:gd name="csX1" fmla="*/ 5635 w 11074"/>
                    <a:gd name="csY1" fmla="*/ 0 h 142621"/>
                    <a:gd name="csX2" fmla="*/ 11074 w 11074"/>
                    <a:gd name="csY2" fmla="*/ 5439 h 142621"/>
                    <a:gd name="csX3" fmla="*/ 5635 w 11074"/>
                    <a:gd name="csY3" fmla="*/ 11074 h 142621"/>
                    <a:gd name="csX4" fmla="*/ 0 w 11074"/>
                    <a:gd name="csY4" fmla="*/ 5439 h 142621"/>
                    <a:gd name="csX5" fmla="*/ 5846 w 11074"/>
                    <a:gd name="csY5" fmla="*/ 48545 h 142621"/>
                    <a:gd name="csX6" fmla="*/ 10275 w 11074"/>
                    <a:gd name="csY6" fmla="*/ 52778 h 142621"/>
                    <a:gd name="csX7" fmla="*/ 10275 w 11074"/>
                    <a:gd name="csY7" fmla="*/ 138388 h 142621"/>
                    <a:gd name="csX8" fmla="*/ 5846 w 11074"/>
                    <a:gd name="csY8" fmla="*/ 142621 h 142621"/>
                    <a:gd name="csX9" fmla="*/ 1416 w 11074"/>
                    <a:gd name="csY9" fmla="*/ 138388 h 142621"/>
                    <a:gd name="csX10" fmla="*/ 1416 w 11074"/>
                    <a:gd name="csY10" fmla="*/ 52778 h 142621"/>
                    <a:gd name="csX11" fmla="*/ 5846 w 11074"/>
                    <a:gd name="csY11" fmla="*/ 48545 h 1426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1074" h="142621">
                      <a:moveTo>
                        <a:pt x="0" y="5439"/>
                      </a:moveTo>
                      <a:cubicBezTo>
                        <a:pt x="0" y="2411"/>
                        <a:pt x="2411" y="0"/>
                        <a:pt x="5635" y="0"/>
                      </a:cubicBezTo>
                      <a:cubicBezTo>
                        <a:pt x="8663" y="0"/>
                        <a:pt x="11074" y="2411"/>
                        <a:pt x="11074" y="5439"/>
                      </a:cubicBezTo>
                      <a:cubicBezTo>
                        <a:pt x="11074" y="8663"/>
                        <a:pt x="8663" y="11074"/>
                        <a:pt x="5635" y="11074"/>
                      </a:cubicBezTo>
                      <a:cubicBezTo>
                        <a:pt x="2411" y="11074"/>
                        <a:pt x="0" y="8663"/>
                        <a:pt x="0" y="5439"/>
                      </a:cubicBezTo>
                      <a:close/>
                      <a:moveTo>
                        <a:pt x="5846" y="48545"/>
                      </a:moveTo>
                      <a:cubicBezTo>
                        <a:pt x="8257" y="48545"/>
                        <a:pt x="10275" y="50353"/>
                        <a:pt x="10275" y="52778"/>
                      </a:cubicBezTo>
                      <a:lnTo>
                        <a:pt x="10275" y="138388"/>
                      </a:lnTo>
                      <a:cubicBezTo>
                        <a:pt x="10275" y="140799"/>
                        <a:pt x="8257" y="142621"/>
                        <a:pt x="5846" y="142621"/>
                      </a:cubicBezTo>
                      <a:cubicBezTo>
                        <a:pt x="3434" y="142621"/>
                        <a:pt x="1416" y="140813"/>
                        <a:pt x="1416" y="138388"/>
                      </a:cubicBezTo>
                      <a:lnTo>
                        <a:pt x="1416" y="52778"/>
                      </a:lnTo>
                      <a:cubicBezTo>
                        <a:pt x="1416" y="50367"/>
                        <a:pt x="3434" y="48545"/>
                        <a:pt x="5846" y="485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62AB33D2-DA84-599D-49B2-9D8784BBA6AF}"/>
                    </a:ext>
                  </a:extLst>
                </p:cNvPr>
                <p:cNvSpPr/>
                <p:nvPr/>
              </p:nvSpPr>
              <p:spPr>
                <a:xfrm>
                  <a:off x="1085263" y="3442718"/>
                  <a:ext cx="79973" cy="94076"/>
                </a:xfrm>
                <a:custGeom>
                  <a:avLst/>
                  <a:gdLst>
                    <a:gd name="csX0" fmla="*/ 71296 w 79973"/>
                    <a:gd name="csY0" fmla="*/ 41298 h 94076"/>
                    <a:gd name="csX1" fmla="*/ 62633 w 79973"/>
                    <a:gd name="csY1" fmla="*/ 14705 h 94076"/>
                    <a:gd name="csX2" fmla="*/ 41690 w 79973"/>
                    <a:gd name="csY2" fmla="*/ 8060 h 94076"/>
                    <a:gd name="csX3" fmla="*/ 14495 w 79973"/>
                    <a:gd name="csY3" fmla="*/ 23971 h 94076"/>
                    <a:gd name="csX4" fmla="*/ 8859 w 79973"/>
                    <a:gd name="csY4" fmla="*/ 46737 h 94076"/>
                    <a:gd name="csX5" fmla="*/ 8859 w 79973"/>
                    <a:gd name="csY5" fmla="*/ 89843 h 94076"/>
                    <a:gd name="csX6" fmla="*/ 4430 w 79973"/>
                    <a:gd name="csY6" fmla="*/ 94076 h 94076"/>
                    <a:gd name="csX7" fmla="*/ 0 w 79973"/>
                    <a:gd name="csY7" fmla="*/ 89843 h 94076"/>
                    <a:gd name="csX8" fmla="*/ 0 w 79973"/>
                    <a:gd name="csY8" fmla="*/ 4234 h 94076"/>
                    <a:gd name="csX9" fmla="*/ 4430 w 79973"/>
                    <a:gd name="csY9" fmla="*/ 0 h 94076"/>
                    <a:gd name="csX10" fmla="*/ 8859 w 79973"/>
                    <a:gd name="csY10" fmla="*/ 4234 h 94076"/>
                    <a:gd name="csX11" fmla="*/ 8859 w 79973"/>
                    <a:gd name="csY11" fmla="*/ 20144 h 94076"/>
                    <a:gd name="csX12" fmla="*/ 43106 w 79973"/>
                    <a:gd name="csY12" fmla="*/ 0 h 94076"/>
                    <a:gd name="csX13" fmla="*/ 69096 w 79973"/>
                    <a:gd name="csY13" fmla="*/ 7850 h 94076"/>
                    <a:gd name="csX14" fmla="*/ 79974 w 79973"/>
                    <a:gd name="csY14" fmla="*/ 39069 h 94076"/>
                    <a:gd name="csX15" fmla="*/ 79974 w 79973"/>
                    <a:gd name="csY15" fmla="*/ 89829 h 94076"/>
                    <a:gd name="csX16" fmla="*/ 75544 w 79973"/>
                    <a:gd name="csY16" fmla="*/ 94062 h 94076"/>
                    <a:gd name="csX17" fmla="*/ 71311 w 79973"/>
                    <a:gd name="csY17" fmla="*/ 89829 h 94076"/>
                    <a:gd name="csX18" fmla="*/ 71311 w 79973"/>
                    <a:gd name="csY18" fmla="*/ 41284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73" h="94076">
                      <a:moveTo>
                        <a:pt x="71296" y="41298"/>
                      </a:moveTo>
                      <a:cubicBezTo>
                        <a:pt x="71296" y="29214"/>
                        <a:pt x="68885" y="20354"/>
                        <a:pt x="62633" y="14705"/>
                      </a:cubicBezTo>
                      <a:cubicBezTo>
                        <a:pt x="57797" y="10275"/>
                        <a:pt x="51152" y="8060"/>
                        <a:pt x="41690" y="8060"/>
                      </a:cubicBezTo>
                      <a:cubicBezTo>
                        <a:pt x="30013" y="8060"/>
                        <a:pt x="20537" y="13093"/>
                        <a:pt x="14495" y="23971"/>
                      </a:cubicBezTo>
                      <a:cubicBezTo>
                        <a:pt x="10864" y="30812"/>
                        <a:pt x="8859" y="38676"/>
                        <a:pt x="8859" y="46737"/>
                      </a:cubicBezTo>
                      <a:lnTo>
                        <a:pt x="8859" y="89843"/>
                      </a:lnTo>
                      <a:cubicBezTo>
                        <a:pt x="8859" y="92254"/>
                        <a:pt x="6841" y="94076"/>
                        <a:pt x="4430" y="94076"/>
                      </a:cubicBezTo>
                      <a:cubicBezTo>
                        <a:pt x="2019" y="94076"/>
                        <a:pt x="0" y="92268"/>
                        <a:pt x="0" y="89843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59" y="1808"/>
                        <a:pt x="8859" y="4234"/>
                      </a:cubicBezTo>
                      <a:lnTo>
                        <a:pt x="8859" y="20144"/>
                      </a:lnTo>
                      <a:cubicBezTo>
                        <a:pt x="15098" y="7458"/>
                        <a:pt x="27195" y="0"/>
                        <a:pt x="43106" y="0"/>
                      </a:cubicBezTo>
                      <a:cubicBezTo>
                        <a:pt x="54180" y="0"/>
                        <a:pt x="62843" y="2621"/>
                        <a:pt x="69096" y="7850"/>
                      </a:cubicBezTo>
                      <a:cubicBezTo>
                        <a:pt x="76343" y="14299"/>
                        <a:pt x="79974" y="24770"/>
                        <a:pt x="79974" y="39069"/>
                      </a:cubicBezTo>
                      <a:lnTo>
                        <a:pt x="79974" y="89829"/>
                      </a:lnTo>
                      <a:cubicBezTo>
                        <a:pt x="79974" y="92240"/>
                        <a:pt x="77955" y="94062"/>
                        <a:pt x="75544" y="94062"/>
                      </a:cubicBezTo>
                      <a:cubicBezTo>
                        <a:pt x="73133" y="94062"/>
                        <a:pt x="71311" y="92254"/>
                        <a:pt x="71311" y="89829"/>
                      </a:cubicBezTo>
                      <a:lnTo>
                        <a:pt x="71311" y="412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A98026F9-6C10-9D91-7BFD-351663832016}"/>
                    </a:ext>
                  </a:extLst>
                </p:cNvPr>
                <p:cNvSpPr/>
                <p:nvPr/>
              </p:nvSpPr>
              <p:spPr>
                <a:xfrm>
                  <a:off x="1188773" y="3442732"/>
                  <a:ext cx="78557" cy="138191"/>
                </a:xfrm>
                <a:custGeom>
                  <a:avLst/>
                  <a:gdLst>
                    <a:gd name="csX0" fmla="*/ 8677 w 78557"/>
                    <a:gd name="csY0" fmla="*/ 118229 h 138191"/>
                    <a:gd name="csX1" fmla="*/ 16934 w 78557"/>
                    <a:gd name="csY1" fmla="*/ 124075 h 138191"/>
                    <a:gd name="csX2" fmla="*/ 38284 w 78557"/>
                    <a:gd name="csY2" fmla="*/ 130916 h 138191"/>
                    <a:gd name="csX3" fmla="*/ 62255 w 78557"/>
                    <a:gd name="csY3" fmla="*/ 122056 h 138191"/>
                    <a:gd name="csX4" fmla="*/ 69712 w 78557"/>
                    <a:gd name="csY4" fmla="*/ 96473 h 138191"/>
                    <a:gd name="csX5" fmla="*/ 69712 w 78557"/>
                    <a:gd name="csY5" fmla="*/ 82974 h 138191"/>
                    <a:gd name="csX6" fmla="*/ 39896 w 78557"/>
                    <a:gd name="csY6" fmla="*/ 93852 h 138191"/>
                    <a:gd name="csX7" fmla="*/ 11285 w 78557"/>
                    <a:gd name="csY7" fmla="*/ 81165 h 138191"/>
                    <a:gd name="csX8" fmla="*/ 0 w 78557"/>
                    <a:gd name="csY8" fmla="*/ 46723 h 138191"/>
                    <a:gd name="csX9" fmla="*/ 11285 w 78557"/>
                    <a:gd name="csY9" fmla="*/ 12687 h 138191"/>
                    <a:gd name="csX10" fmla="*/ 39685 w 78557"/>
                    <a:gd name="csY10" fmla="*/ 0 h 138191"/>
                    <a:gd name="csX11" fmla="*/ 69698 w 78557"/>
                    <a:gd name="csY11" fmla="*/ 10472 h 138191"/>
                    <a:gd name="csX12" fmla="*/ 69698 w 78557"/>
                    <a:gd name="csY12" fmla="*/ 4234 h 138191"/>
                    <a:gd name="csX13" fmla="*/ 74128 w 78557"/>
                    <a:gd name="csY13" fmla="*/ 0 h 138191"/>
                    <a:gd name="csX14" fmla="*/ 78558 w 78557"/>
                    <a:gd name="csY14" fmla="*/ 4234 h 138191"/>
                    <a:gd name="csX15" fmla="*/ 78558 w 78557"/>
                    <a:gd name="csY15" fmla="*/ 95282 h 138191"/>
                    <a:gd name="csX16" fmla="*/ 68283 w 78557"/>
                    <a:gd name="csY16" fmla="*/ 127313 h 138191"/>
                    <a:gd name="csX17" fmla="*/ 38466 w 78557"/>
                    <a:gd name="csY17" fmla="*/ 138191 h 138191"/>
                    <a:gd name="csX18" fmla="*/ 12686 w 78557"/>
                    <a:gd name="csY18" fmla="*/ 130537 h 138191"/>
                    <a:gd name="csX19" fmla="*/ 5033 w 78557"/>
                    <a:gd name="csY19" fmla="*/ 122070 h 138191"/>
                    <a:gd name="csX20" fmla="*/ 8663 w 78557"/>
                    <a:gd name="csY20" fmla="*/ 118244 h 138191"/>
                    <a:gd name="csX21" fmla="*/ 69712 w 78557"/>
                    <a:gd name="csY21" fmla="*/ 74507 h 138191"/>
                    <a:gd name="csX22" fmla="*/ 69712 w 78557"/>
                    <a:gd name="csY22" fmla="*/ 18714 h 138191"/>
                    <a:gd name="csX23" fmla="*/ 40709 w 78557"/>
                    <a:gd name="csY23" fmla="*/ 7640 h 138191"/>
                    <a:gd name="csX24" fmla="*/ 17551 w 78557"/>
                    <a:gd name="csY24" fmla="*/ 18714 h 138191"/>
                    <a:gd name="csX25" fmla="*/ 9084 w 78557"/>
                    <a:gd name="csY25" fmla="*/ 46709 h 138191"/>
                    <a:gd name="csX26" fmla="*/ 17551 w 78557"/>
                    <a:gd name="csY26" fmla="*/ 75306 h 138191"/>
                    <a:gd name="csX27" fmla="*/ 40709 w 78557"/>
                    <a:gd name="csY27" fmla="*/ 85988 h 138191"/>
                    <a:gd name="csX28" fmla="*/ 69712 w 78557"/>
                    <a:gd name="csY28" fmla="*/ 74507 h 1381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78557" h="138191">
                      <a:moveTo>
                        <a:pt x="8677" y="118229"/>
                      </a:moveTo>
                      <a:cubicBezTo>
                        <a:pt x="11495" y="118229"/>
                        <a:pt x="11901" y="120038"/>
                        <a:pt x="16934" y="124075"/>
                      </a:cubicBezTo>
                      <a:cubicBezTo>
                        <a:pt x="23382" y="129318"/>
                        <a:pt x="30826" y="130916"/>
                        <a:pt x="38284" y="130916"/>
                      </a:cubicBezTo>
                      <a:cubicBezTo>
                        <a:pt x="49568" y="130916"/>
                        <a:pt x="57419" y="127692"/>
                        <a:pt x="62255" y="122056"/>
                      </a:cubicBezTo>
                      <a:cubicBezTo>
                        <a:pt x="67287" y="116014"/>
                        <a:pt x="69712" y="107351"/>
                        <a:pt x="69712" y="96473"/>
                      </a:cubicBezTo>
                      <a:lnTo>
                        <a:pt x="69712" y="82974"/>
                      </a:lnTo>
                      <a:cubicBezTo>
                        <a:pt x="60643" y="91230"/>
                        <a:pt x="50774" y="93852"/>
                        <a:pt x="39896" y="93852"/>
                      </a:cubicBezTo>
                      <a:cubicBezTo>
                        <a:pt x="27209" y="93852"/>
                        <a:pt x="17943" y="88819"/>
                        <a:pt x="11285" y="81165"/>
                      </a:cubicBezTo>
                      <a:cubicBezTo>
                        <a:pt x="3827" y="72306"/>
                        <a:pt x="0" y="59816"/>
                        <a:pt x="0" y="46723"/>
                      </a:cubicBezTo>
                      <a:cubicBezTo>
                        <a:pt x="0" y="33630"/>
                        <a:pt x="3631" y="21546"/>
                        <a:pt x="11285" y="12687"/>
                      </a:cubicBezTo>
                      <a:cubicBezTo>
                        <a:pt x="17733" y="5033"/>
                        <a:pt x="27195" y="0"/>
                        <a:pt x="39685" y="0"/>
                      </a:cubicBezTo>
                      <a:cubicBezTo>
                        <a:pt x="54391" y="0"/>
                        <a:pt x="63250" y="5439"/>
                        <a:pt x="69698" y="10472"/>
                      </a:cubicBezTo>
                      <a:lnTo>
                        <a:pt x="69698" y="4234"/>
                      </a:lnTo>
                      <a:cubicBezTo>
                        <a:pt x="69698" y="1822"/>
                        <a:pt x="71717" y="0"/>
                        <a:pt x="74128" y="0"/>
                      </a:cubicBezTo>
                      <a:cubicBezTo>
                        <a:pt x="76539" y="0"/>
                        <a:pt x="78558" y="1808"/>
                        <a:pt x="78558" y="4234"/>
                      </a:cubicBezTo>
                      <a:lnTo>
                        <a:pt x="78558" y="95282"/>
                      </a:lnTo>
                      <a:cubicBezTo>
                        <a:pt x="78558" y="109174"/>
                        <a:pt x="75138" y="120052"/>
                        <a:pt x="68283" y="127313"/>
                      </a:cubicBezTo>
                      <a:cubicBezTo>
                        <a:pt x="61638" y="134561"/>
                        <a:pt x="51769" y="138191"/>
                        <a:pt x="38466" y="138191"/>
                      </a:cubicBezTo>
                      <a:cubicBezTo>
                        <a:pt x="27784" y="138191"/>
                        <a:pt x="19934" y="135976"/>
                        <a:pt x="12686" y="130537"/>
                      </a:cubicBezTo>
                      <a:cubicBezTo>
                        <a:pt x="7850" y="127510"/>
                        <a:pt x="5033" y="124692"/>
                        <a:pt x="5033" y="122070"/>
                      </a:cubicBezTo>
                      <a:cubicBezTo>
                        <a:pt x="5033" y="120052"/>
                        <a:pt x="6448" y="118244"/>
                        <a:pt x="8663" y="118244"/>
                      </a:cubicBezTo>
                      <a:close/>
                      <a:moveTo>
                        <a:pt x="69712" y="74507"/>
                      </a:moveTo>
                      <a:lnTo>
                        <a:pt x="69712" y="18714"/>
                      </a:lnTo>
                      <a:cubicBezTo>
                        <a:pt x="63671" y="13682"/>
                        <a:pt x="55820" y="7640"/>
                        <a:pt x="40709" y="7640"/>
                      </a:cubicBezTo>
                      <a:cubicBezTo>
                        <a:pt x="30434" y="7640"/>
                        <a:pt x="22780" y="12070"/>
                        <a:pt x="17551" y="18714"/>
                      </a:cubicBezTo>
                      <a:cubicBezTo>
                        <a:pt x="11705" y="25962"/>
                        <a:pt x="9084" y="35831"/>
                        <a:pt x="9084" y="46709"/>
                      </a:cubicBezTo>
                      <a:cubicBezTo>
                        <a:pt x="9084" y="57587"/>
                        <a:pt x="11705" y="67862"/>
                        <a:pt x="17551" y="75306"/>
                      </a:cubicBezTo>
                      <a:cubicBezTo>
                        <a:pt x="22794" y="81950"/>
                        <a:pt x="30237" y="85988"/>
                        <a:pt x="40709" y="85988"/>
                      </a:cubicBezTo>
                      <a:cubicBezTo>
                        <a:pt x="53003" y="85988"/>
                        <a:pt x="61862" y="82357"/>
                        <a:pt x="69712" y="7450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9B629705-4C6E-B53B-1489-1CCEE811216E}"/>
                    </a:ext>
                  </a:extLst>
                </p:cNvPr>
                <p:cNvSpPr/>
                <p:nvPr/>
              </p:nvSpPr>
              <p:spPr>
                <a:xfrm>
                  <a:off x="1338459" y="3395785"/>
                  <a:ext cx="64651" cy="140994"/>
                </a:xfrm>
                <a:custGeom>
                  <a:avLst/>
                  <a:gdLst>
                    <a:gd name="csX0" fmla="*/ 52975 w 64651"/>
                    <a:gd name="csY0" fmla="*/ 48741 h 140994"/>
                    <a:gd name="csX1" fmla="*/ 56395 w 64651"/>
                    <a:gd name="csY1" fmla="*/ 52162 h 140994"/>
                    <a:gd name="csX2" fmla="*/ 52975 w 64651"/>
                    <a:gd name="csY2" fmla="*/ 55792 h 140994"/>
                    <a:gd name="csX3" fmla="*/ 23565 w 64651"/>
                    <a:gd name="csY3" fmla="*/ 55792 h 140994"/>
                    <a:gd name="csX4" fmla="*/ 23565 w 64651"/>
                    <a:gd name="csY4" fmla="*/ 136761 h 140994"/>
                    <a:gd name="csX5" fmla="*/ 19135 w 64651"/>
                    <a:gd name="csY5" fmla="*/ 140995 h 140994"/>
                    <a:gd name="csX6" fmla="*/ 14705 w 64651"/>
                    <a:gd name="csY6" fmla="*/ 136761 h 140994"/>
                    <a:gd name="csX7" fmla="*/ 14705 w 64651"/>
                    <a:gd name="csY7" fmla="*/ 55792 h 140994"/>
                    <a:gd name="csX8" fmla="*/ 3420 w 64651"/>
                    <a:gd name="csY8" fmla="*/ 55792 h 140994"/>
                    <a:gd name="csX9" fmla="*/ 0 w 64651"/>
                    <a:gd name="csY9" fmla="*/ 52162 h 140994"/>
                    <a:gd name="csX10" fmla="*/ 3420 w 64651"/>
                    <a:gd name="csY10" fmla="*/ 48741 h 140994"/>
                    <a:gd name="csX11" fmla="*/ 14705 w 64651"/>
                    <a:gd name="csY11" fmla="*/ 48741 h 140994"/>
                    <a:gd name="csX12" fmla="*/ 14705 w 64651"/>
                    <a:gd name="csY12" fmla="*/ 30013 h 140994"/>
                    <a:gd name="csX13" fmla="*/ 39882 w 64651"/>
                    <a:gd name="csY13" fmla="*/ 0 h 140994"/>
                    <a:gd name="csX14" fmla="*/ 58007 w 64651"/>
                    <a:gd name="csY14" fmla="*/ 4234 h 140994"/>
                    <a:gd name="csX15" fmla="*/ 64652 w 64651"/>
                    <a:gd name="csY15" fmla="*/ 11074 h 140994"/>
                    <a:gd name="csX16" fmla="*/ 61021 w 64651"/>
                    <a:gd name="csY16" fmla="*/ 14901 h 140994"/>
                    <a:gd name="csX17" fmla="*/ 41283 w 64651"/>
                    <a:gd name="csY17" fmla="*/ 8060 h 140994"/>
                    <a:gd name="csX18" fmla="*/ 23565 w 64651"/>
                    <a:gd name="csY18" fmla="*/ 30420 h 140994"/>
                    <a:gd name="csX19" fmla="*/ 23565 w 64651"/>
                    <a:gd name="csY19" fmla="*/ 48755 h 140994"/>
                    <a:gd name="csX20" fmla="*/ 52975 w 64651"/>
                    <a:gd name="csY20" fmla="*/ 48755 h 1409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64651" h="140994">
                      <a:moveTo>
                        <a:pt x="52975" y="48741"/>
                      </a:moveTo>
                      <a:cubicBezTo>
                        <a:pt x="54993" y="48741"/>
                        <a:pt x="56395" y="50353"/>
                        <a:pt x="56395" y="52162"/>
                      </a:cubicBezTo>
                      <a:cubicBezTo>
                        <a:pt x="56395" y="54377"/>
                        <a:pt x="54993" y="55792"/>
                        <a:pt x="52975" y="55792"/>
                      </a:cubicBezTo>
                      <a:lnTo>
                        <a:pt x="23565" y="55792"/>
                      </a:lnTo>
                      <a:lnTo>
                        <a:pt x="23565" y="136761"/>
                      </a:lnTo>
                      <a:cubicBezTo>
                        <a:pt x="23565" y="139173"/>
                        <a:pt x="21546" y="140995"/>
                        <a:pt x="19135" y="140995"/>
                      </a:cubicBezTo>
                      <a:cubicBezTo>
                        <a:pt x="16724" y="140995"/>
                        <a:pt x="14705" y="139187"/>
                        <a:pt x="14705" y="136761"/>
                      </a:cubicBezTo>
                      <a:lnTo>
                        <a:pt x="14705" y="55792"/>
                      </a:lnTo>
                      <a:lnTo>
                        <a:pt x="3420" y="55792"/>
                      </a:lnTo>
                      <a:cubicBezTo>
                        <a:pt x="1612" y="55792"/>
                        <a:pt x="0" y="54377"/>
                        <a:pt x="0" y="52162"/>
                      </a:cubicBezTo>
                      <a:cubicBezTo>
                        <a:pt x="0" y="50353"/>
                        <a:pt x="1612" y="48741"/>
                        <a:pt x="3420" y="48741"/>
                      </a:cubicBezTo>
                      <a:lnTo>
                        <a:pt x="14705" y="48741"/>
                      </a:lnTo>
                      <a:lnTo>
                        <a:pt x="14705" y="30013"/>
                      </a:lnTo>
                      <a:cubicBezTo>
                        <a:pt x="14705" y="13289"/>
                        <a:pt x="20551" y="0"/>
                        <a:pt x="39882" y="0"/>
                      </a:cubicBezTo>
                      <a:cubicBezTo>
                        <a:pt x="45517" y="0"/>
                        <a:pt x="52372" y="1402"/>
                        <a:pt x="58007" y="4234"/>
                      </a:cubicBezTo>
                      <a:cubicBezTo>
                        <a:pt x="61834" y="6252"/>
                        <a:pt x="64652" y="8663"/>
                        <a:pt x="64652" y="11074"/>
                      </a:cubicBezTo>
                      <a:cubicBezTo>
                        <a:pt x="64652" y="13485"/>
                        <a:pt x="63040" y="14901"/>
                        <a:pt x="61021" y="14901"/>
                      </a:cubicBezTo>
                      <a:cubicBezTo>
                        <a:pt x="57601" y="14901"/>
                        <a:pt x="52961" y="8060"/>
                        <a:pt x="41283" y="8060"/>
                      </a:cubicBezTo>
                      <a:cubicBezTo>
                        <a:pt x="27588" y="8060"/>
                        <a:pt x="23565" y="15911"/>
                        <a:pt x="23565" y="30420"/>
                      </a:cubicBezTo>
                      <a:lnTo>
                        <a:pt x="23565" y="48755"/>
                      </a:lnTo>
                      <a:lnTo>
                        <a:pt x="52975" y="4875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39A76CBB-A080-54E7-7231-204BCD0AD2E3}"/>
                    </a:ext>
                  </a:extLst>
                </p:cNvPr>
                <p:cNvSpPr/>
                <p:nvPr/>
              </p:nvSpPr>
              <p:spPr>
                <a:xfrm>
                  <a:off x="1399088" y="3442718"/>
                  <a:ext cx="94889" cy="94076"/>
                </a:xfrm>
                <a:custGeom>
                  <a:avLst/>
                  <a:gdLst>
                    <a:gd name="csX0" fmla="*/ 12897 w 94889"/>
                    <a:gd name="csY0" fmla="*/ 14102 h 94076"/>
                    <a:gd name="csX1" fmla="*/ 47550 w 94889"/>
                    <a:gd name="csY1" fmla="*/ 0 h 94076"/>
                    <a:gd name="csX2" fmla="*/ 81992 w 94889"/>
                    <a:gd name="csY2" fmla="*/ 14102 h 94076"/>
                    <a:gd name="csX3" fmla="*/ 94889 w 94889"/>
                    <a:gd name="csY3" fmla="*/ 46933 h 94076"/>
                    <a:gd name="csX4" fmla="*/ 81992 w 94889"/>
                    <a:gd name="csY4" fmla="*/ 79974 h 94076"/>
                    <a:gd name="csX5" fmla="*/ 47550 w 94889"/>
                    <a:gd name="csY5" fmla="*/ 94076 h 94076"/>
                    <a:gd name="csX6" fmla="*/ 12897 w 94889"/>
                    <a:gd name="csY6" fmla="*/ 79974 h 94076"/>
                    <a:gd name="csX7" fmla="*/ 0 w 94889"/>
                    <a:gd name="csY7" fmla="*/ 46933 h 94076"/>
                    <a:gd name="csX8" fmla="*/ 12897 w 94889"/>
                    <a:gd name="csY8" fmla="*/ 14102 h 94076"/>
                    <a:gd name="csX9" fmla="*/ 18742 w 94889"/>
                    <a:gd name="csY9" fmla="*/ 74324 h 94076"/>
                    <a:gd name="csX10" fmla="*/ 47550 w 94889"/>
                    <a:gd name="csY10" fmla="*/ 86604 h 94076"/>
                    <a:gd name="csX11" fmla="*/ 76161 w 94889"/>
                    <a:gd name="csY11" fmla="*/ 74324 h 94076"/>
                    <a:gd name="csX12" fmla="*/ 86226 w 94889"/>
                    <a:gd name="csY12" fmla="*/ 46933 h 94076"/>
                    <a:gd name="csX13" fmla="*/ 76161 w 94889"/>
                    <a:gd name="csY13" fmla="*/ 19738 h 94076"/>
                    <a:gd name="csX14" fmla="*/ 47550 w 94889"/>
                    <a:gd name="csY14" fmla="*/ 7247 h 94076"/>
                    <a:gd name="csX15" fmla="*/ 18742 w 94889"/>
                    <a:gd name="csY15" fmla="*/ 19738 h 94076"/>
                    <a:gd name="csX16" fmla="*/ 8873 w 94889"/>
                    <a:gd name="csY16" fmla="*/ 46933 h 94076"/>
                    <a:gd name="csX17" fmla="*/ 18742 w 94889"/>
                    <a:gd name="csY17" fmla="*/ 74324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94889" h="94076">
                      <a:moveTo>
                        <a:pt x="12897" y="14102"/>
                      </a:moveTo>
                      <a:cubicBezTo>
                        <a:pt x="21364" y="5243"/>
                        <a:pt x="33447" y="0"/>
                        <a:pt x="47550" y="0"/>
                      </a:cubicBezTo>
                      <a:cubicBezTo>
                        <a:pt x="61652" y="0"/>
                        <a:pt x="73539" y="5243"/>
                        <a:pt x="81992" y="14102"/>
                      </a:cubicBezTo>
                      <a:cubicBezTo>
                        <a:pt x="90053" y="22359"/>
                        <a:pt x="94889" y="34050"/>
                        <a:pt x="94889" y="46933"/>
                      </a:cubicBezTo>
                      <a:cubicBezTo>
                        <a:pt x="94889" y="59816"/>
                        <a:pt x="90053" y="71703"/>
                        <a:pt x="81992" y="79974"/>
                      </a:cubicBezTo>
                      <a:cubicBezTo>
                        <a:pt x="73525" y="88637"/>
                        <a:pt x="61442" y="94076"/>
                        <a:pt x="47550" y="94076"/>
                      </a:cubicBezTo>
                      <a:cubicBezTo>
                        <a:pt x="33658" y="94076"/>
                        <a:pt x="21364" y="88637"/>
                        <a:pt x="12897" y="79974"/>
                      </a:cubicBezTo>
                      <a:cubicBezTo>
                        <a:pt x="4836" y="71717"/>
                        <a:pt x="0" y="60026"/>
                        <a:pt x="0" y="46933"/>
                      </a:cubicBezTo>
                      <a:cubicBezTo>
                        <a:pt x="0" y="33840"/>
                        <a:pt x="4836" y="22359"/>
                        <a:pt x="12897" y="14102"/>
                      </a:cubicBezTo>
                      <a:close/>
                      <a:moveTo>
                        <a:pt x="18742" y="74324"/>
                      </a:moveTo>
                      <a:cubicBezTo>
                        <a:pt x="25793" y="81978"/>
                        <a:pt x="35858" y="86604"/>
                        <a:pt x="47550" y="86604"/>
                      </a:cubicBezTo>
                      <a:cubicBezTo>
                        <a:pt x="59241" y="86604"/>
                        <a:pt x="69110" y="81978"/>
                        <a:pt x="76161" y="74324"/>
                      </a:cubicBezTo>
                      <a:cubicBezTo>
                        <a:pt x="82399" y="67273"/>
                        <a:pt x="86226" y="57601"/>
                        <a:pt x="86226" y="46933"/>
                      </a:cubicBezTo>
                      <a:cubicBezTo>
                        <a:pt x="86226" y="36265"/>
                        <a:pt x="82399" y="26789"/>
                        <a:pt x="76161" y="19738"/>
                      </a:cubicBezTo>
                      <a:cubicBezTo>
                        <a:pt x="69110" y="12084"/>
                        <a:pt x="59045" y="7247"/>
                        <a:pt x="47550" y="7247"/>
                      </a:cubicBezTo>
                      <a:cubicBezTo>
                        <a:pt x="36055" y="7247"/>
                        <a:pt x="25793" y="12084"/>
                        <a:pt x="18742" y="19738"/>
                      </a:cubicBezTo>
                      <a:cubicBezTo>
                        <a:pt x="12504" y="26789"/>
                        <a:pt x="8873" y="36251"/>
                        <a:pt x="8873" y="46933"/>
                      </a:cubicBezTo>
                      <a:cubicBezTo>
                        <a:pt x="8873" y="57615"/>
                        <a:pt x="12504" y="67273"/>
                        <a:pt x="18742" y="743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A1D42440-EEAC-2AF3-D52F-DFBEFA232572}"/>
                    </a:ext>
                  </a:extLst>
                </p:cNvPr>
                <p:cNvSpPr/>
                <p:nvPr/>
              </p:nvSpPr>
              <p:spPr>
                <a:xfrm>
                  <a:off x="1519154" y="3442718"/>
                  <a:ext cx="57810" cy="94076"/>
                </a:xfrm>
                <a:custGeom>
                  <a:avLst/>
                  <a:gdLst>
                    <a:gd name="csX0" fmla="*/ 52975 w 57810"/>
                    <a:gd name="csY0" fmla="*/ 4430 h 94076"/>
                    <a:gd name="csX1" fmla="*/ 57811 w 57810"/>
                    <a:gd name="csY1" fmla="*/ 10668 h 94076"/>
                    <a:gd name="csX2" fmla="*/ 53788 w 57810"/>
                    <a:gd name="csY2" fmla="*/ 14495 h 94076"/>
                    <a:gd name="csX3" fmla="*/ 45125 w 57810"/>
                    <a:gd name="csY3" fmla="*/ 10261 h 94076"/>
                    <a:gd name="csX4" fmla="*/ 34849 w 57810"/>
                    <a:gd name="csY4" fmla="*/ 8047 h 94076"/>
                    <a:gd name="csX5" fmla="*/ 16513 w 57810"/>
                    <a:gd name="csY5" fmla="*/ 17719 h 94076"/>
                    <a:gd name="csX6" fmla="*/ 8860 w 57810"/>
                    <a:gd name="csY6" fmla="*/ 43709 h 94076"/>
                    <a:gd name="csX7" fmla="*/ 8860 w 57810"/>
                    <a:gd name="csY7" fmla="*/ 89843 h 94076"/>
                    <a:gd name="csX8" fmla="*/ 4430 w 57810"/>
                    <a:gd name="csY8" fmla="*/ 94076 h 94076"/>
                    <a:gd name="csX9" fmla="*/ 0 w 57810"/>
                    <a:gd name="csY9" fmla="*/ 89843 h 94076"/>
                    <a:gd name="csX10" fmla="*/ 0 w 57810"/>
                    <a:gd name="csY10" fmla="*/ 4234 h 94076"/>
                    <a:gd name="csX11" fmla="*/ 4430 w 57810"/>
                    <a:gd name="csY11" fmla="*/ 0 h 94076"/>
                    <a:gd name="csX12" fmla="*/ 8860 w 57810"/>
                    <a:gd name="csY12" fmla="*/ 4234 h 94076"/>
                    <a:gd name="csX13" fmla="*/ 8860 w 57810"/>
                    <a:gd name="csY13" fmla="*/ 18532 h 94076"/>
                    <a:gd name="csX14" fmla="*/ 9056 w 57810"/>
                    <a:gd name="csY14" fmla="*/ 18532 h 94076"/>
                    <a:gd name="csX15" fmla="*/ 36055 w 57810"/>
                    <a:gd name="csY15" fmla="*/ 0 h 94076"/>
                    <a:gd name="csX16" fmla="*/ 52975 w 57810"/>
                    <a:gd name="csY16" fmla="*/ 4430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7810" h="94076">
                      <a:moveTo>
                        <a:pt x="52975" y="4430"/>
                      </a:moveTo>
                      <a:cubicBezTo>
                        <a:pt x="56395" y="6645"/>
                        <a:pt x="57811" y="8257"/>
                        <a:pt x="57811" y="10668"/>
                      </a:cubicBezTo>
                      <a:cubicBezTo>
                        <a:pt x="57811" y="12883"/>
                        <a:pt x="56003" y="14495"/>
                        <a:pt x="53788" y="14495"/>
                      </a:cubicBezTo>
                      <a:cubicBezTo>
                        <a:pt x="51573" y="14495"/>
                        <a:pt x="50564" y="12883"/>
                        <a:pt x="45125" y="10261"/>
                      </a:cubicBezTo>
                      <a:cubicBezTo>
                        <a:pt x="42307" y="8860"/>
                        <a:pt x="39083" y="8047"/>
                        <a:pt x="34849" y="8047"/>
                      </a:cubicBezTo>
                      <a:cubicBezTo>
                        <a:pt x="27798" y="8047"/>
                        <a:pt x="21350" y="11074"/>
                        <a:pt x="16513" y="17719"/>
                      </a:cubicBezTo>
                      <a:cubicBezTo>
                        <a:pt x="11481" y="24560"/>
                        <a:pt x="8860" y="34835"/>
                        <a:pt x="8860" y="43709"/>
                      </a:cubicBezTo>
                      <a:lnTo>
                        <a:pt x="8860" y="89843"/>
                      </a:lnTo>
                      <a:cubicBezTo>
                        <a:pt x="8860" y="92254"/>
                        <a:pt x="6841" y="94076"/>
                        <a:pt x="4430" y="94076"/>
                      </a:cubicBezTo>
                      <a:cubicBezTo>
                        <a:pt x="2019" y="94076"/>
                        <a:pt x="0" y="92268"/>
                        <a:pt x="0" y="89843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18532"/>
                      </a:lnTo>
                      <a:lnTo>
                        <a:pt x="9056" y="18532"/>
                      </a:lnTo>
                      <a:cubicBezTo>
                        <a:pt x="13079" y="7458"/>
                        <a:pt x="22948" y="0"/>
                        <a:pt x="36055" y="0"/>
                      </a:cubicBezTo>
                      <a:cubicBezTo>
                        <a:pt x="43302" y="0"/>
                        <a:pt x="49554" y="2215"/>
                        <a:pt x="52975" y="44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274329CA-A76E-8BC7-5FE6-F27AAF2D8907}"/>
                    </a:ext>
                  </a:extLst>
                </p:cNvPr>
                <p:cNvSpPr/>
                <p:nvPr/>
              </p:nvSpPr>
              <p:spPr>
                <a:xfrm>
                  <a:off x="1627318" y="3395574"/>
                  <a:ext cx="120654" cy="141205"/>
                </a:xfrm>
                <a:custGeom>
                  <a:avLst/>
                  <a:gdLst>
                    <a:gd name="csX0" fmla="*/ 88833 w 120654"/>
                    <a:gd name="csY0" fmla="*/ 108375 h 141205"/>
                    <a:gd name="csX1" fmla="*/ 31429 w 120654"/>
                    <a:gd name="csY1" fmla="*/ 108375 h 141205"/>
                    <a:gd name="csX2" fmla="*/ 21966 w 120654"/>
                    <a:gd name="csY2" fmla="*/ 133355 h 141205"/>
                    <a:gd name="csX3" fmla="*/ 10682 w 120654"/>
                    <a:gd name="csY3" fmla="*/ 141205 h 141205"/>
                    <a:gd name="csX4" fmla="*/ 0 w 120654"/>
                    <a:gd name="csY4" fmla="*/ 130930 h 141205"/>
                    <a:gd name="csX5" fmla="*/ 1206 w 120654"/>
                    <a:gd name="csY5" fmla="*/ 125491 h 141205"/>
                    <a:gd name="csX6" fmla="*/ 44914 w 120654"/>
                    <a:gd name="csY6" fmla="*/ 11677 h 141205"/>
                    <a:gd name="csX7" fmla="*/ 60629 w 120654"/>
                    <a:gd name="csY7" fmla="*/ 0 h 141205"/>
                    <a:gd name="csX8" fmla="*/ 76343 w 120654"/>
                    <a:gd name="csY8" fmla="*/ 11677 h 141205"/>
                    <a:gd name="csX9" fmla="*/ 119645 w 120654"/>
                    <a:gd name="csY9" fmla="*/ 125491 h 141205"/>
                    <a:gd name="csX10" fmla="*/ 120654 w 120654"/>
                    <a:gd name="csY10" fmla="*/ 130734 h 141205"/>
                    <a:gd name="csX11" fmla="*/ 109370 w 120654"/>
                    <a:gd name="csY11" fmla="*/ 141205 h 141205"/>
                    <a:gd name="csX12" fmla="*/ 98492 w 120654"/>
                    <a:gd name="csY12" fmla="*/ 133355 h 141205"/>
                    <a:gd name="csX13" fmla="*/ 88819 w 120654"/>
                    <a:gd name="csY13" fmla="*/ 108375 h 141205"/>
                    <a:gd name="csX14" fmla="*/ 37274 w 120654"/>
                    <a:gd name="csY14" fmla="*/ 90249 h 141205"/>
                    <a:gd name="csX15" fmla="*/ 83408 w 120654"/>
                    <a:gd name="csY15" fmla="*/ 90249 h 141205"/>
                    <a:gd name="csX16" fmla="*/ 60446 w 120654"/>
                    <a:gd name="csY16" fmla="*/ 28807 h 141205"/>
                    <a:gd name="csX17" fmla="*/ 37288 w 120654"/>
                    <a:gd name="csY17" fmla="*/ 90249 h 1412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120654" h="141205">
                      <a:moveTo>
                        <a:pt x="88833" y="108375"/>
                      </a:moveTo>
                      <a:lnTo>
                        <a:pt x="31429" y="108375"/>
                      </a:lnTo>
                      <a:lnTo>
                        <a:pt x="21966" y="133355"/>
                      </a:lnTo>
                      <a:cubicBezTo>
                        <a:pt x="20354" y="138388"/>
                        <a:pt x="16934" y="141205"/>
                        <a:pt x="10682" y="141205"/>
                      </a:cubicBezTo>
                      <a:cubicBezTo>
                        <a:pt x="3841" y="141205"/>
                        <a:pt x="0" y="136369"/>
                        <a:pt x="0" y="130930"/>
                      </a:cubicBezTo>
                      <a:cubicBezTo>
                        <a:pt x="0" y="129514"/>
                        <a:pt x="603" y="127103"/>
                        <a:pt x="1206" y="125491"/>
                      </a:cubicBezTo>
                      <a:lnTo>
                        <a:pt x="44914" y="11677"/>
                      </a:lnTo>
                      <a:cubicBezTo>
                        <a:pt x="47129" y="5229"/>
                        <a:pt x="51363" y="0"/>
                        <a:pt x="60629" y="0"/>
                      </a:cubicBezTo>
                      <a:cubicBezTo>
                        <a:pt x="69895" y="0"/>
                        <a:pt x="74128" y="5439"/>
                        <a:pt x="76343" y="11677"/>
                      </a:cubicBezTo>
                      <a:lnTo>
                        <a:pt x="119645" y="125491"/>
                      </a:lnTo>
                      <a:cubicBezTo>
                        <a:pt x="120052" y="126907"/>
                        <a:pt x="120654" y="129318"/>
                        <a:pt x="120654" y="130734"/>
                      </a:cubicBezTo>
                      <a:cubicBezTo>
                        <a:pt x="120654" y="137182"/>
                        <a:pt x="116015" y="141205"/>
                        <a:pt x="109370" y="141205"/>
                      </a:cubicBezTo>
                      <a:cubicBezTo>
                        <a:pt x="103931" y="141205"/>
                        <a:pt x="99908" y="138388"/>
                        <a:pt x="98492" y="133355"/>
                      </a:cubicBezTo>
                      <a:lnTo>
                        <a:pt x="88819" y="108375"/>
                      </a:lnTo>
                      <a:close/>
                      <a:moveTo>
                        <a:pt x="37274" y="90249"/>
                      </a:moveTo>
                      <a:lnTo>
                        <a:pt x="83408" y="90249"/>
                      </a:lnTo>
                      <a:lnTo>
                        <a:pt x="60446" y="28807"/>
                      </a:lnTo>
                      <a:lnTo>
                        <a:pt x="37288" y="9024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41D0832C-340F-6FDC-389C-E0E78839BC99}"/>
                    </a:ext>
                  </a:extLst>
                </p:cNvPr>
                <p:cNvSpPr/>
                <p:nvPr/>
              </p:nvSpPr>
              <p:spPr>
                <a:xfrm>
                  <a:off x="1764093" y="3395785"/>
                  <a:ext cx="22569" cy="141009"/>
                </a:xfrm>
                <a:custGeom>
                  <a:avLst/>
                  <a:gdLst>
                    <a:gd name="csX0" fmla="*/ 0 w 22569"/>
                    <a:gd name="csY0" fmla="*/ 10878 h 141009"/>
                    <a:gd name="csX1" fmla="*/ 11285 w 22569"/>
                    <a:gd name="csY1" fmla="*/ 0 h 141009"/>
                    <a:gd name="csX2" fmla="*/ 22569 w 22569"/>
                    <a:gd name="csY2" fmla="*/ 10878 h 141009"/>
                    <a:gd name="csX3" fmla="*/ 22569 w 22569"/>
                    <a:gd name="csY3" fmla="*/ 130131 h 141009"/>
                    <a:gd name="csX4" fmla="*/ 11285 w 22569"/>
                    <a:gd name="csY4" fmla="*/ 141009 h 141009"/>
                    <a:gd name="csX5" fmla="*/ 0 w 22569"/>
                    <a:gd name="csY5" fmla="*/ 130131 h 141009"/>
                    <a:gd name="csX6" fmla="*/ 0 w 22569"/>
                    <a:gd name="csY6" fmla="*/ 10878 h 1410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2569" h="141009">
                      <a:moveTo>
                        <a:pt x="0" y="10878"/>
                      </a:moveTo>
                      <a:cubicBezTo>
                        <a:pt x="0" y="4836"/>
                        <a:pt x="5033" y="0"/>
                        <a:pt x="11285" y="0"/>
                      </a:cubicBezTo>
                      <a:cubicBezTo>
                        <a:pt x="17537" y="0"/>
                        <a:pt x="22569" y="4836"/>
                        <a:pt x="22569" y="10878"/>
                      </a:cubicBezTo>
                      <a:lnTo>
                        <a:pt x="22569" y="130131"/>
                      </a:lnTo>
                      <a:cubicBezTo>
                        <a:pt x="22569" y="136173"/>
                        <a:pt x="17326" y="141009"/>
                        <a:pt x="11285" y="141009"/>
                      </a:cubicBezTo>
                      <a:cubicBezTo>
                        <a:pt x="5243" y="141009"/>
                        <a:pt x="0" y="136173"/>
                        <a:pt x="0" y="130131"/>
                      </a:cubicBezTo>
                      <a:lnTo>
                        <a:pt x="0" y="108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AA9C908-B0F2-4001-BC04-EE6FB6920C9A}"/>
              </a:ext>
            </a:extLst>
          </p:cNvPr>
          <p:cNvGrpSpPr/>
          <p:nvPr userDrawn="1"/>
        </p:nvGrpSpPr>
        <p:grpSpPr>
          <a:xfrm>
            <a:off x="271464" y="249447"/>
            <a:ext cx="1503961" cy="359130"/>
            <a:chOff x="0" y="2427986"/>
            <a:chExt cx="1581147" cy="380839"/>
          </a:xfrm>
          <a:solidFill>
            <a:schemeClr val="bg1"/>
          </a:solidFill>
        </p:grpSpPr>
        <p:grpSp>
          <p:nvGrpSpPr>
            <p:cNvPr id="112" name="Graphic 8">
              <a:extLst>
                <a:ext uri="{FF2B5EF4-FFF2-40B4-BE49-F238E27FC236}">
                  <a16:creationId xmlns:a16="http://schemas.microsoft.com/office/drawing/2014/main" id="{DF43F0E0-FC81-9B88-5637-4A2493AEBADD}"/>
                </a:ext>
              </a:extLst>
            </p:cNvPr>
            <p:cNvGrpSpPr/>
            <p:nvPr/>
          </p:nvGrpSpPr>
          <p:grpSpPr>
            <a:xfrm>
              <a:off x="0" y="2428340"/>
              <a:ext cx="605264" cy="380485"/>
              <a:chOff x="0" y="2428340"/>
              <a:chExt cx="605264" cy="380485"/>
            </a:xfrm>
            <a:grpFill/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80D03681-D5EE-B21C-6783-75C17AEBF82C}"/>
                  </a:ext>
                </a:extLst>
              </p:cNvPr>
              <p:cNvSpPr/>
              <p:nvPr/>
            </p:nvSpPr>
            <p:spPr>
              <a:xfrm>
                <a:off x="0" y="2428340"/>
                <a:ext cx="605264" cy="380485"/>
              </a:xfrm>
              <a:custGeom>
                <a:avLst/>
                <a:gdLst>
                  <a:gd name="connsiteX0" fmla="*/ 559165 w 605264"/>
                  <a:gd name="connsiteY0" fmla="*/ 219921 h 380485"/>
                  <a:gd name="connsiteX1" fmla="*/ 514179 w 605264"/>
                  <a:gd name="connsiteY1" fmla="*/ 188598 h 380485"/>
                  <a:gd name="connsiteX2" fmla="*/ 512459 w 605264"/>
                  <a:gd name="connsiteY2" fmla="*/ 187384 h 380485"/>
                  <a:gd name="connsiteX3" fmla="*/ 488928 w 605264"/>
                  <a:gd name="connsiteY3" fmla="*/ 150747 h 380485"/>
                  <a:gd name="connsiteX4" fmla="*/ 523490 w 605264"/>
                  <a:gd name="connsiteY4" fmla="*/ 122156 h 380485"/>
                  <a:gd name="connsiteX5" fmla="*/ 576725 w 605264"/>
                  <a:gd name="connsiteY5" fmla="*/ 134250 h 380485"/>
                  <a:gd name="connsiteX6" fmla="*/ 597017 w 605264"/>
                  <a:gd name="connsiteY6" fmla="*/ 113908 h 380485"/>
                  <a:gd name="connsiteX7" fmla="*/ 581077 w 605264"/>
                  <a:gd name="connsiteY7" fmla="*/ 92452 h 380485"/>
                  <a:gd name="connsiteX8" fmla="*/ 521820 w 605264"/>
                  <a:gd name="connsiteY8" fmla="*/ 80358 h 380485"/>
                  <a:gd name="connsiteX9" fmla="*/ 465297 w 605264"/>
                  <a:gd name="connsiteY9" fmla="*/ 97968 h 380485"/>
                  <a:gd name="connsiteX10" fmla="*/ 458111 w 605264"/>
                  <a:gd name="connsiteY10" fmla="*/ 111023 h 380485"/>
                  <a:gd name="connsiteX11" fmla="*/ 465297 w 605264"/>
                  <a:gd name="connsiteY11" fmla="*/ 97917 h 380485"/>
                  <a:gd name="connsiteX12" fmla="*/ 457048 w 605264"/>
                  <a:gd name="connsiteY12" fmla="*/ 105052 h 380485"/>
                  <a:gd name="connsiteX13" fmla="*/ 456846 w 605264"/>
                  <a:gd name="connsiteY13" fmla="*/ 105305 h 380485"/>
                  <a:gd name="connsiteX14" fmla="*/ 415908 w 605264"/>
                  <a:gd name="connsiteY14" fmla="*/ 184752 h 380485"/>
                  <a:gd name="connsiteX15" fmla="*/ 403308 w 605264"/>
                  <a:gd name="connsiteY15" fmla="*/ 226500 h 380485"/>
                  <a:gd name="connsiteX16" fmla="*/ 289703 w 605264"/>
                  <a:gd name="connsiteY16" fmla="*/ 335297 h 380485"/>
                  <a:gd name="connsiteX17" fmla="*/ 190369 w 605264"/>
                  <a:gd name="connsiteY17" fmla="*/ 230346 h 380485"/>
                  <a:gd name="connsiteX18" fmla="*/ 281050 w 605264"/>
                  <a:gd name="connsiteY18" fmla="*/ 124889 h 380485"/>
                  <a:gd name="connsiteX19" fmla="*/ 284188 w 605264"/>
                  <a:gd name="connsiteY19" fmla="*/ 124838 h 380485"/>
                  <a:gd name="connsiteX20" fmla="*/ 336866 w 605264"/>
                  <a:gd name="connsiteY20" fmla="*/ 136376 h 380485"/>
                  <a:gd name="connsiteX21" fmla="*/ 355538 w 605264"/>
                  <a:gd name="connsiteY21" fmla="*/ 140778 h 380485"/>
                  <a:gd name="connsiteX22" fmla="*/ 377500 w 605264"/>
                  <a:gd name="connsiteY22" fmla="*/ 118766 h 380485"/>
                  <a:gd name="connsiteX23" fmla="*/ 377500 w 605264"/>
                  <a:gd name="connsiteY23" fmla="*/ 118766 h 380485"/>
                  <a:gd name="connsiteX24" fmla="*/ 377500 w 605264"/>
                  <a:gd name="connsiteY24" fmla="*/ 118766 h 380485"/>
                  <a:gd name="connsiteX25" fmla="*/ 361054 w 605264"/>
                  <a:gd name="connsiteY25" fmla="*/ 96804 h 380485"/>
                  <a:gd name="connsiteX26" fmla="*/ 284238 w 605264"/>
                  <a:gd name="connsiteY26" fmla="*/ 80307 h 380485"/>
                  <a:gd name="connsiteX27" fmla="*/ 137742 w 605264"/>
                  <a:gd name="connsiteY27" fmla="*/ 231459 h 380485"/>
                  <a:gd name="connsiteX28" fmla="*/ 137742 w 605264"/>
                  <a:gd name="connsiteY28" fmla="*/ 231459 h 380485"/>
                  <a:gd name="connsiteX29" fmla="*/ 137742 w 605264"/>
                  <a:gd name="connsiteY29" fmla="*/ 231459 h 380485"/>
                  <a:gd name="connsiteX30" fmla="*/ 137742 w 605264"/>
                  <a:gd name="connsiteY30" fmla="*/ 231459 h 380485"/>
                  <a:gd name="connsiteX31" fmla="*/ 149786 w 605264"/>
                  <a:gd name="connsiteY31" fmla="*/ 295725 h 380485"/>
                  <a:gd name="connsiteX32" fmla="*/ 98221 w 605264"/>
                  <a:gd name="connsiteY32" fmla="*/ 333677 h 380485"/>
                  <a:gd name="connsiteX33" fmla="*/ 52678 w 605264"/>
                  <a:gd name="connsiteY33" fmla="*/ 281455 h 380485"/>
                  <a:gd name="connsiteX34" fmla="*/ 52678 w 605264"/>
                  <a:gd name="connsiteY34" fmla="*/ 126457 h 380485"/>
                  <a:gd name="connsiteX35" fmla="*/ 116893 w 605264"/>
                  <a:gd name="connsiteY35" fmla="*/ 126457 h 380485"/>
                  <a:gd name="connsiteX36" fmla="*/ 141588 w 605264"/>
                  <a:gd name="connsiteY36" fmla="*/ 105002 h 380485"/>
                  <a:gd name="connsiteX37" fmla="*/ 116893 w 605264"/>
                  <a:gd name="connsiteY37" fmla="*/ 83546 h 380485"/>
                  <a:gd name="connsiteX38" fmla="*/ 52678 w 605264"/>
                  <a:gd name="connsiteY38" fmla="*/ 83546 h 380485"/>
                  <a:gd name="connsiteX39" fmla="*/ 52678 w 605264"/>
                  <a:gd name="connsiteY39" fmla="*/ 27478 h 380485"/>
                  <a:gd name="connsiteX40" fmla="*/ 26314 w 605264"/>
                  <a:gd name="connsiteY40" fmla="*/ 0 h 380485"/>
                  <a:gd name="connsiteX41" fmla="*/ 0 w 605264"/>
                  <a:gd name="connsiteY41" fmla="*/ 27579 h 380485"/>
                  <a:gd name="connsiteX42" fmla="*/ 0 w 605264"/>
                  <a:gd name="connsiteY42" fmla="*/ 287527 h 380485"/>
                  <a:gd name="connsiteX43" fmla="*/ 93312 w 605264"/>
                  <a:gd name="connsiteY43" fmla="*/ 379878 h 380485"/>
                  <a:gd name="connsiteX44" fmla="*/ 129291 w 605264"/>
                  <a:gd name="connsiteY44" fmla="*/ 373856 h 380485"/>
                  <a:gd name="connsiteX45" fmla="*/ 129494 w 605264"/>
                  <a:gd name="connsiteY45" fmla="*/ 373856 h 380485"/>
                  <a:gd name="connsiteX46" fmla="*/ 175087 w 605264"/>
                  <a:gd name="connsiteY46" fmla="*/ 335702 h 380485"/>
                  <a:gd name="connsiteX47" fmla="*/ 288084 w 605264"/>
                  <a:gd name="connsiteY47" fmla="*/ 380435 h 380485"/>
                  <a:gd name="connsiteX48" fmla="*/ 354931 w 605264"/>
                  <a:gd name="connsiteY48" fmla="*/ 365102 h 380485"/>
                  <a:gd name="connsiteX49" fmla="*/ 354982 w 605264"/>
                  <a:gd name="connsiteY49" fmla="*/ 365102 h 380485"/>
                  <a:gd name="connsiteX50" fmla="*/ 443335 w 605264"/>
                  <a:gd name="connsiteY50" fmla="*/ 237025 h 380485"/>
                  <a:gd name="connsiteX51" fmla="*/ 454872 w 605264"/>
                  <a:gd name="connsiteY51" fmla="*/ 199124 h 380485"/>
                  <a:gd name="connsiteX52" fmla="*/ 454720 w 605264"/>
                  <a:gd name="connsiteY52" fmla="*/ 198921 h 380485"/>
                  <a:gd name="connsiteX53" fmla="*/ 487815 w 605264"/>
                  <a:gd name="connsiteY53" fmla="*/ 229334 h 380485"/>
                  <a:gd name="connsiteX54" fmla="*/ 528955 w 605264"/>
                  <a:gd name="connsiteY54" fmla="*/ 257924 h 380485"/>
                  <a:gd name="connsiteX55" fmla="*/ 545756 w 605264"/>
                  <a:gd name="connsiteY55" fmla="*/ 270676 h 380485"/>
                  <a:gd name="connsiteX56" fmla="*/ 555320 w 605264"/>
                  <a:gd name="connsiteY56" fmla="*/ 298053 h 380485"/>
                  <a:gd name="connsiteX57" fmla="*/ 509777 w 605264"/>
                  <a:gd name="connsiteY57" fmla="*/ 337624 h 380485"/>
                  <a:gd name="connsiteX58" fmla="*/ 449964 w 605264"/>
                  <a:gd name="connsiteY58" fmla="*/ 324417 h 380485"/>
                  <a:gd name="connsiteX59" fmla="*/ 429672 w 605264"/>
                  <a:gd name="connsiteY59" fmla="*/ 344760 h 380485"/>
                  <a:gd name="connsiteX60" fmla="*/ 445612 w 605264"/>
                  <a:gd name="connsiteY60" fmla="*/ 366215 h 380485"/>
                  <a:gd name="connsiteX61" fmla="*/ 510384 w 605264"/>
                  <a:gd name="connsiteY61" fmla="*/ 380485 h 380485"/>
                  <a:gd name="connsiteX62" fmla="*/ 580621 w 605264"/>
                  <a:gd name="connsiteY62" fmla="*/ 356297 h 380485"/>
                  <a:gd name="connsiteX63" fmla="*/ 584467 w 605264"/>
                  <a:gd name="connsiteY63" fmla="*/ 352299 h 380485"/>
                  <a:gd name="connsiteX64" fmla="*/ 605265 w 605264"/>
                  <a:gd name="connsiteY64" fmla="*/ 298053 h 380485"/>
                  <a:gd name="connsiteX65" fmla="*/ 559165 w 605264"/>
                  <a:gd name="connsiteY65" fmla="*/ 220023 h 380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605264" h="380485">
                    <a:moveTo>
                      <a:pt x="559165" y="219921"/>
                    </a:moveTo>
                    <a:lnTo>
                      <a:pt x="514179" y="188598"/>
                    </a:lnTo>
                    <a:cubicBezTo>
                      <a:pt x="513572" y="188193"/>
                      <a:pt x="513066" y="187788"/>
                      <a:pt x="512459" y="187384"/>
                    </a:cubicBezTo>
                    <a:cubicBezTo>
                      <a:pt x="496114" y="175239"/>
                      <a:pt x="488928" y="164005"/>
                      <a:pt x="488928" y="150747"/>
                    </a:cubicBezTo>
                    <a:cubicBezTo>
                      <a:pt x="488928" y="133188"/>
                      <a:pt x="503198" y="122156"/>
                      <a:pt x="523490" y="122156"/>
                    </a:cubicBezTo>
                    <a:cubicBezTo>
                      <a:pt x="549247" y="122156"/>
                      <a:pt x="561392" y="134250"/>
                      <a:pt x="576725" y="134250"/>
                    </a:cubicBezTo>
                    <a:cubicBezTo>
                      <a:pt x="588819" y="134250"/>
                      <a:pt x="597017" y="126002"/>
                      <a:pt x="597017" y="113908"/>
                    </a:cubicBezTo>
                    <a:cubicBezTo>
                      <a:pt x="597017" y="105103"/>
                      <a:pt x="592614" y="97968"/>
                      <a:pt x="581077" y="92452"/>
                    </a:cubicBezTo>
                    <a:cubicBezTo>
                      <a:pt x="562961" y="83647"/>
                      <a:pt x="543175" y="80358"/>
                      <a:pt x="521820" y="80358"/>
                    </a:cubicBezTo>
                    <a:cubicBezTo>
                      <a:pt x="499302" y="80358"/>
                      <a:pt x="479567" y="86936"/>
                      <a:pt x="465297" y="97968"/>
                    </a:cubicBezTo>
                    <a:cubicBezTo>
                      <a:pt x="461603" y="101510"/>
                      <a:pt x="459123" y="106064"/>
                      <a:pt x="458111" y="111023"/>
                    </a:cubicBezTo>
                    <a:cubicBezTo>
                      <a:pt x="459123" y="106064"/>
                      <a:pt x="461603" y="101459"/>
                      <a:pt x="465297" y="97917"/>
                    </a:cubicBezTo>
                    <a:cubicBezTo>
                      <a:pt x="462412" y="100144"/>
                      <a:pt x="459680" y="102522"/>
                      <a:pt x="457048" y="105052"/>
                    </a:cubicBezTo>
                    <a:cubicBezTo>
                      <a:pt x="456947" y="105153"/>
                      <a:pt x="456896" y="105255"/>
                      <a:pt x="456846" y="105305"/>
                    </a:cubicBezTo>
                    <a:cubicBezTo>
                      <a:pt x="440501" y="122865"/>
                      <a:pt x="426838" y="148622"/>
                      <a:pt x="415908" y="184752"/>
                    </a:cubicBezTo>
                    <a:lnTo>
                      <a:pt x="403308" y="226500"/>
                    </a:lnTo>
                    <a:cubicBezTo>
                      <a:pt x="380789" y="300128"/>
                      <a:pt x="345165" y="335297"/>
                      <a:pt x="289703" y="335297"/>
                    </a:cubicBezTo>
                    <a:cubicBezTo>
                      <a:pt x="228777" y="335297"/>
                      <a:pt x="190369" y="292992"/>
                      <a:pt x="190369" y="230346"/>
                    </a:cubicBezTo>
                    <a:cubicBezTo>
                      <a:pt x="190369" y="167699"/>
                      <a:pt x="227310" y="126508"/>
                      <a:pt x="281050" y="124889"/>
                    </a:cubicBezTo>
                    <a:cubicBezTo>
                      <a:pt x="282113" y="124889"/>
                      <a:pt x="283125" y="124838"/>
                      <a:pt x="284188" y="124838"/>
                    </a:cubicBezTo>
                    <a:cubicBezTo>
                      <a:pt x="302405" y="124737"/>
                      <a:pt x="320369" y="128633"/>
                      <a:pt x="336866" y="136376"/>
                    </a:cubicBezTo>
                    <a:cubicBezTo>
                      <a:pt x="344001" y="139665"/>
                      <a:pt x="350022" y="140778"/>
                      <a:pt x="355538" y="140778"/>
                    </a:cubicBezTo>
                    <a:cubicBezTo>
                      <a:pt x="368695" y="140778"/>
                      <a:pt x="377500" y="131973"/>
                      <a:pt x="377500" y="118766"/>
                    </a:cubicBezTo>
                    <a:cubicBezTo>
                      <a:pt x="377500" y="118766"/>
                      <a:pt x="377500" y="118766"/>
                      <a:pt x="377500" y="118766"/>
                    </a:cubicBezTo>
                    <a:cubicBezTo>
                      <a:pt x="377500" y="118766"/>
                      <a:pt x="377500" y="118766"/>
                      <a:pt x="377500" y="118766"/>
                    </a:cubicBezTo>
                    <a:cubicBezTo>
                      <a:pt x="377500" y="110517"/>
                      <a:pt x="372541" y="102269"/>
                      <a:pt x="361054" y="96804"/>
                    </a:cubicBezTo>
                    <a:cubicBezTo>
                      <a:pt x="340205" y="86380"/>
                      <a:pt x="313284" y="80307"/>
                      <a:pt x="284238" y="80307"/>
                    </a:cubicBezTo>
                    <a:cubicBezTo>
                      <a:pt x="197555" y="80307"/>
                      <a:pt x="137742" y="141841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55040"/>
                      <a:pt x="141942" y="276698"/>
                      <a:pt x="149786" y="295725"/>
                    </a:cubicBezTo>
                    <a:cubicBezTo>
                      <a:pt x="138400" y="320521"/>
                      <a:pt x="120992" y="333677"/>
                      <a:pt x="98221" y="333677"/>
                    </a:cubicBezTo>
                    <a:cubicBezTo>
                      <a:pt x="70794" y="333677"/>
                      <a:pt x="52678" y="317737"/>
                      <a:pt x="52678" y="281455"/>
                    </a:cubicBezTo>
                    <a:lnTo>
                      <a:pt x="52678" y="126457"/>
                    </a:lnTo>
                    <a:lnTo>
                      <a:pt x="116893" y="126457"/>
                    </a:lnTo>
                    <a:cubicBezTo>
                      <a:pt x="131720" y="126457"/>
                      <a:pt x="141588" y="117652"/>
                      <a:pt x="141588" y="105002"/>
                    </a:cubicBezTo>
                    <a:cubicBezTo>
                      <a:pt x="141588" y="92351"/>
                      <a:pt x="131720" y="83546"/>
                      <a:pt x="116893" y="83546"/>
                    </a:cubicBezTo>
                    <a:lnTo>
                      <a:pt x="52678" y="83546"/>
                    </a:lnTo>
                    <a:lnTo>
                      <a:pt x="52678" y="27478"/>
                    </a:lnTo>
                    <a:cubicBezTo>
                      <a:pt x="52678" y="10981"/>
                      <a:pt x="41697" y="0"/>
                      <a:pt x="26314" y="0"/>
                    </a:cubicBezTo>
                    <a:cubicBezTo>
                      <a:pt x="10930" y="0"/>
                      <a:pt x="0" y="11082"/>
                      <a:pt x="0" y="27579"/>
                    </a:cubicBezTo>
                    <a:lnTo>
                      <a:pt x="0" y="287527"/>
                    </a:lnTo>
                    <a:cubicBezTo>
                      <a:pt x="0" y="347998"/>
                      <a:pt x="34562" y="379878"/>
                      <a:pt x="93312" y="379878"/>
                    </a:cubicBezTo>
                    <a:cubicBezTo>
                      <a:pt x="105558" y="379878"/>
                      <a:pt x="117754" y="377905"/>
                      <a:pt x="129291" y="373856"/>
                    </a:cubicBezTo>
                    <a:cubicBezTo>
                      <a:pt x="129342" y="373856"/>
                      <a:pt x="129443" y="373856"/>
                      <a:pt x="129494" y="373856"/>
                    </a:cubicBezTo>
                    <a:cubicBezTo>
                      <a:pt x="148773" y="366620"/>
                      <a:pt x="164207" y="353919"/>
                      <a:pt x="175087" y="335702"/>
                    </a:cubicBezTo>
                    <a:cubicBezTo>
                      <a:pt x="201148" y="363888"/>
                      <a:pt x="239859" y="380435"/>
                      <a:pt x="288084" y="380435"/>
                    </a:cubicBezTo>
                    <a:cubicBezTo>
                      <a:pt x="313284" y="380435"/>
                      <a:pt x="335196" y="375526"/>
                      <a:pt x="354931" y="365102"/>
                    </a:cubicBezTo>
                    <a:cubicBezTo>
                      <a:pt x="354931" y="365102"/>
                      <a:pt x="354931" y="365102"/>
                      <a:pt x="354982" y="365102"/>
                    </a:cubicBezTo>
                    <a:cubicBezTo>
                      <a:pt x="395059" y="344203"/>
                      <a:pt x="423549" y="301899"/>
                      <a:pt x="443335" y="237025"/>
                    </a:cubicBezTo>
                    <a:lnTo>
                      <a:pt x="454872" y="199124"/>
                    </a:lnTo>
                    <a:cubicBezTo>
                      <a:pt x="454872" y="199124"/>
                      <a:pt x="454771" y="198972"/>
                      <a:pt x="454720" y="198921"/>
                    </a:cubicBezTo>
                    <a:cubicBezTo>
                      <a:pt x="462412" y="209244"/>
                      <a:pt x="473241" y="219162"/>
                      <a:pt x="487815" y="229334"/>
                    </a:cubicBezTo>
                    <a:lnTo>
                      <a:pt x="528955" y="257924"/>
                    </a:lnTo>
                    <a:cubicBezTo>
                      <a:pt x="535028" y="262175"/>
                      <a:pt x="540594" y="266426"/>
                      <a:pt x="545756" y="270676"/>
                    </a:cubicBezTo>
                    <a:cubicBezTo>
                      <a:pt x="553144" y="278874"/>
                      <a:pt x="555320" y="287679"/>
                      <a:pt x="555320" y="298053"/>
                    </a:cubicBezTo>
                    <a:cubicBezTo>
                      <a:pt x="555320" y="321685"/>
                      <a:pt x="536647" y="337624"/>
                      <a:pt x="509777" y="337624"/>
                    </a:cubicBezTo>
                    <a:cubicBezTo>
                      <a:pt x="482906" y="337624"/>
                      <a:pt x="462007" y="324417"/>
                      <a:pt x="449964" y="324417"/>
                    </a:cubicBezTo>
                    <a:cubicBezTo>
                      <a:pt x="437920" y="324417"/>
                      <a:pt x="429672" y="332665"/>
                      <a:pt x="429672" y="344760"/>
                    </a:cubicBezTo>
                    <a:cubicBezTo>
                      <a:pt x="429672" y="353565"/>
                      <a:pt x="434074" y="360700"/>
                      <a:pt x="445612" y="366215"/>
                    </a:cubicBezTo>
                    <a:cubicBezTo>
                      <a:pt x="461552" y="373907"/>
                      <a:pt x="487309" y="380485"/>
                      <a:pt x="510384" y="380485"/>
                    </a:cubicBezTo>
                    <a:cubicBezTo>
                      <a:pt x="539481" y="380485"/>
                      <a:pt x="563619" y="371680"/>
                      <a:pt x="580621" y="356297"/>
                    </a:cubicBezTo>
                    <a:cubicBezTo>
                      <a:pt x="581988" y="355083"/>
                      <a:pt x="583253" y="353767"/>
                      <a:pt x="584467" y="352299"/>
                    </a:cubicBezTo>
                    <a:cubicBezTo>
                      <a:pt x="597472" y="338333"/>
                      <a:pt x="605265" y="319559"/>
                      <a:pt x="605265" y="298053"/>
                    </a:cubicBezTo>
                    <a:cubicBezTo>
                      <a:pt x="605265" y="265060"/>
                      <a:pt x="592108" y="243098"/>
                      <a:pt x="559165" y="22002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BD9B4BB-70EC-7130-D778-D9FC8ABDC295}"/>
                  </a:ext>
                </a:extLst>
              </p:cNvPr>
              <p:cNvSpPr/>
              <p:nvPr/>
            </p:nvSpPr>
            <p:spPr>
              <a:xfrm>
                <a:off x="439539" y="2580150"/>
                <a:ext cx="5060" cy="151"/>
              </a:xfrm>
              <a:custGeom>
                <a:avLst/>
                <a:gdLst>
                  <a:gd name="connsiteX0" fmla="*/ 0 w 5060"/>
                  <a:gd name="connsiteY0" fmla="*/ 0 h 151"/>
                  <a:gd name="connsiteX1" fmla="*/ 0 w 5060"/>
                  <a:gd name="connsiteY1" fmla="*/ 0 h 151"/>
                  <a:gd name="connsiteX2" fmla="*/ 0 w 5060"/>
                  <a:gd name="connsiteY2" fmla="*/ 152 h 151"/>
                  <a:gd name="connsiteX3" fmla="*/ 0 w 5060"/>
                  <a:gd name="connsiteY3" fmla="*/ 0 h 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60" h="15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1"/>
                      <a:pt x="0" y="101"/>
                      <a:pt x="0" y="152"/>
                    </a:cubicBezTo>
                    <a:cubicBezTo>
                      <a:pt x="0" y="152"/>
                      <a:pt x="0" y="51"/>
                      <a:pt x="0" y="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aphic 8">
              <a:extLst>
                <a:ext uri="{FF2B5EF4-FFF2-40B4-BE49-F238E27FC236}">
                  <a16:creationId xmlns:a16="http://schemas.microsoft.com/office/drawing/2014/main" id="{163EED95-0568-5BA1-810E-1A37C184B6DB}"/>
                </a:ext>
              </a:extLst>
            </p:cNvPr>
            <p:cNvGrpSpPr/>
            <p:nvPr/>
          </p:nvGrpSpPr>
          <p:grpSpPr>
            <a:xfrm>
              <a:off x="684661" y="2427986"/>
              <a:ext cx="896486" cy="379270"/>
              <a:chOff x="684661" y="2427986"/>
              <a:chExt cx="896486" cy="379270"/>
            </a:xfrm>
            <a:grpFill/>
          </p:grpSpPr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B6553389-8C40-EB0B-826E-1B18C69E468A}"/>
                  </a:ext>
                </a:extLst>
              </p:cNvPr>
              <p:cNvSpPr/>
              <p:nvPr/>
            </p:nvSpPr>
            <p:spPr>
              <a:xfrm>
                <a:off x="684712" y="2427986"/>
                <a:ext cx="91085" cy="94425"/>
              </a:xfrm>
              <a:custGeom>
                <a:avLst/>
                <a:gdLst>
                  <a:gd name="connsiteX0" fmla="*/ 26718 w 91085"/>
                  <a:gd name="connsiteY0" fmla="*/ 94426 h 94425"/>
                  <a:gd name="connsiteX1" fmla="*/ 64367 w 91085"/>
                  <a:gd name="connsiteY1" fmla="*/ 94426 h 94425"/>
                  <a:gd name="connsiteX2" fmla="*/ 64367 w 91085"/>
                  <a:gd name="connsiteY2" fmla="*/ 27174 h 94425"/>
                  <a:gd name="connsiteX3" fmla="*/ 91086 w 91085"/>
                  <a:gd name="connsiteY3" fmla="*/ 27174 h 94425"/>
                  <a:gd name="connsiteX4" fmla="*/ 91086 w 91085"/>
                  <a:gd name="connsiteY4" fmla="*/ 0 h 94425"/>
                  <a:gd name="connsiteX5" fmla="*/ 0 w 91085"/>
                  <a:gd name="connsiteY5" fmla="*/ 0 h 94425"/>
                  <a:gd name="connsiteX6" fmla="*/ 0 w 91085"/>
                  <a:gd name="connsiteY6" fmla="*/ 27174 h 94425"/>
                  <a:gd name="connsiteX7" fmla="*/ 26718 w 91085"/>
                  <a:gd name="connsiteY7" fmla="*/ 27174 h 94425"/>
                  <a:gd name="connsiteX8" fmla="*/ 26718 w 91085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085" h="94425">
                    <a:moveTo>
                      <a:pt x="26718" y="94426"/>
                    </a:moveTo>
                    <a:lnTo>
                      <a:pt x="64367" y="94426"/>
                    </a:lnTo>
                    <a:lnTo>
                      <a:pt x="64367" y="27174"/>
                    </a:lnTo>
                    <a:lnTo>
                      <a:pt x="91086" y="27174"/>
                    </a:lnTo>
                    <a:lnTo>
                      <a:pt x="91086" y="0"/>
                    </a:lnTo>
                    <a:lnTo>
                      <a:pt x="0" y="0"/>
                    </a:lnTo>
                    <a:lnTo>
                      <a:pt x="0" y="27174"/>
                    </a:lnTo>
                    <a:lnTo>
                      <a:pt x="26718" y="27174"/>
                    </a:lnTo>
                    <a:lnTo>
                      <a:pt x="2671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B97EF7F5-2620-08AC-ADAC-300DAB95713D}"/>
                  </a:ext>
                </a:extLst>
              </p:cNvPr>
              <p:cNvSpPr/>
              <p:nvPr/>
            </p:nvSpPr>
            <p:spPr>
              <a:xfrm>
                <a:off x="766739" y="2427986"/>
                <a:ext cx="111934" cy="94425"/>
              </a:xfrm>
              <a:custGeom>
                <a:avLst/>
                <a:gdLst>
                  <a:gd name="connsiteX0" fmla="*/ 36788 w 111934"/>
                  <a:gd name="connsiteY0" fmla="*/ 94426 h 94425"/>
                  <a:gd name="connsiteX1" fmla="*/ 55967 w 111934"/>
                  <a:gd name="connsiteY1" fmla="*/ 37952 h 94425"/>
                  <a:gd name="connsiteX2" fmla="*/ 75146 w 111934"/>
                  <a:gd name="connsiteY2" fmla="*/ 94426 h 94425"/>
                  <a:gd name="connsiteX3" fmla="*/ 111934 w 111934"/>
                  <a:gd name="connsiteY3" fmla="*/ 94426 h 94425"/>
                  <a:gd name="connsiteX4" fmla="*/ 75905 w 111934"/>
                  <a:gd name="connsiteY4" fmla="*/ 0 h 94425"/>
                  <a:gd name="connsiteX5" fmla="*/ 36080 w 111934"/>
                  <a:gd name="connsiteY5" fmla="*/ 0 h 94425"/>
                  <a:gd name="connsiteX6" fmla="*/ 0 w 111934"/>
                  <a:gd name="connsiteY6" fmla="*/ 94426 h 94425"/>
                  <a:gd name="connsiteX7" fmla="*/ 36788 w 111934"/>
                  <a:gd name="connsiteY7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1934" h="94425">
                    <a:moveTo>
                      <a:pt x="36788" y="94426"/>
                    </a:moveTo>
                    <a:lnTo>
                      <a:pt x="55967" y="37952"/>
                    </a:lnTo>
                    <a:lnTo>
                      <a:pt x="75146" y="94426"/>
                    </a:lnTo>
                    <a:lnTo>
                      <a:pt x="111934" y="94426"/>
                    </a:lnTo>
                    <a:lnTo>
                      <a:pt x="75905" y="0"/>
                    </a:lnTo>
                    <a:lnTo>
                      <a:pt x="36080" y="0"/>
                    </a:lnTo>
                    <a:lnTo>
                      <a:pt x="0" y="94426"/>
                    </a:lnTo>
                    <a:lnTo>
                      <a:pt x="3678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0CB1CA0-B9F9-231B-5151-2BBD658C4C45}"/>
                  </a:ext>
                </a:extLst>
              </p:cNvPr>
              <p:cNvSpPr/>
              <p:nvPr/>
            </p:nvSpPr>
            <p:spPr>
              <a:xfrm>
                <a:off x="869666" y="2427986"/>
                <a:ext cx="91085" cy="94425"/>
              </a:xfrm>
              <a:custGeom>
                <a:avLst/>
                <a:gdLst>
                  <a:gd name="connsiteX0" fmla="*/ 26718 w 91085"/>
                  <a:gd name="connsiteY0" fmla="*/ 94426 h 94425"/>
                  <a:gd name="connsiteX1" fmla="*/ 64367 w 91085"/>
                  <a:gd name="connsiteY1" fmla="*/ 94426 h 94425"/>
                  <a:gd name="connsiteX2" fmla="*/ 64367 w 91085"/>
                  <a:gd name="connsiteY2" fmla="*/ 27174 h 94425"/>
                  <a:gd name="connsiteX3" fmla="*/ 91086 w 91085"/>
                  <a:gd name="connsiteY3" fmla="*/ 27174 h 94425"/>
                  <a:gd name="connsiteX4" fmla="*/ 91086 w 91085"/>
                  <a:gd name="connsiteY4" fmla="*/ 0 h 94425"/>
                  <a:gd name="connsiteX5" fmla="*/ 0 w 91085"/>
                  <a:gd name="connsiteY5" fmla="*/ 0 h 94425"/>
                  <a:gd name="connsiteX6" fmla="*/ 0 w 91085"/>
                  <a:gd name="connsiteY6" fmla="*/ 27174 h 94425"/>
                  <a:gd name="connsiteX7" fmla="*/ 26718 w 91085"/>
                  <a:gd name="connsiteY7" fmla="*/ 27174 h 94425"/>
                  <a:gd name="connsiteX8" fmla="*/ 26718 w 91085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085" h="94425">
                    <a:moveTo>
                      <a:pt x="26718" y="94426"/>
                    </a:moveTo>
                    <a:lnTo>
                      <a:pt x="64367" y="94426"/>
                    </a:lnTo>
                    <a:lnTo>
                      <a:pt x="64367" y="27174"/>
                    </a:lnTo>
                    <a:lnTo>
                      <a:pt x="91086" y="27174"/>
                    </a:lnTo>
                    <a:lnTo>
                      <a:pt x="91086" y="0"/>
                    </a:lnTo>
                    <a:lnTo>
                      <a:pt x="0" y="0"/>
                    </a:lnTo>
                    <a:lnTo>
                      <a:pt x="0" y="27174"/>
                    </a:lnTo>
                    <a:lnTo>
                      <a:pt x="26718" y="27174"/>
                    </a:lnTo>
                    <a:lnTo>
                      <a:pt x="2671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D25CE05D-22AD-33FC-3E8E-FEA4827D32C6}"/>
                  </a:ext>
                </a:extLst>
              </p:cNvPr>
              <p:cNvSpPr/>
              <p:nvPr/>
            </p:nvSpPr>
            <p:spPr>
              <a:xfrm>
                <a:off x="951694" y="2427986"/>
                <a:ext cx="111984" cy="94425"/>
              </a:xfrm>
              <a:custGeom>
                <a:avLst/>
                <a:gdLst>
                  <a:gd name="connsiteX0" fmla="*/ 36788 w 111984"/>
                  <a:gd name="connsiteY0" fmla="*/ 94426 h 94425"/>
                  <a:gd name="connsiteX1" fmla="*/ 55967 w 111984"/>
                  <a:gd name="connsiteY1" fmla="*/ 37952 h 94425"/>
                  <a:gd name="connsiteX2" fmla="*/ 75146 w 111984"/>
                  <a:gd name="connsiteY2" fmla="*/ 94426 h 94425"/>
                  <a:gd name="connsiteX3" fmla="*/ 111985 w 111984"/>
                  <a:gd name="connsiteY3" fmla="*/ 94426 h 94425"/>
                  <a:gd name="connsiteX4" fmla="*/ 75905 w 111984"/>
                  <a:gd name="connsiteY4" fmla="*/ 0 h 94425"/>
                  <a:gd name="connsiteX5" fmla="*/ 36080 w 111984"/>
                  <a:gd name="connsiteY5" fmla="*/ 0 h 94425"/>
                  <a:gd name="connsiteX6" fmla="*/ 0 w 111984"/>
                  <a:gd name="connsiteY6" fmla="*/ 94426 h 94425"/>
                  <a:gd name="connsiteX7" fmla="*/ 36788 w 111984"/>
                  <a:gd name="connsiteY7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1984" h="94425">
                    <a:moveTo>
                      <a:pt x="36788" y="94426"/>
                    </a:moveTo>
                    <a:lnTo>
                      <a:pt x="55967" y="37952"/>
                    </a:lnTo>
                    <a:lnTo>
                      <a:pt x="75146" y="94426"/>
                    </a:lnTo>
                    <a:lnTo>
                      <a:pt x="111985" y="94426"/>
                    </a:lnTo>
                    <a:lnTo>
                      <a:pt x="75905" y="0"/>
                    </a:lnTo>
                    <a:lnTo>
                      <a:pt x="36080" y="0"/>
                    </a:lnTo>
                    <a:lnTo>
                      <a:pt x="0" y="94426"/>
                    </a:lnTo>
                    <a:lnTo>
                      <a:pt x="3678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10544D2B-8735-E8C0-A523-463648A488B3}"/>
                  </a:ext>
                </a:extLst>
              </p:cNvPr>
              <p:cNvSpPr/>
              <p:nvPr/>
            </p:nvSpPr>
            <p:spPr>
              <a:xfrm>
                <a:off x="1334356" y="2569675"/>
                <a:ext cx="74842" cy="94476"/>
              </a:xfrm>
              <a:custGeom>
                <a:avLst/>
                <a:gdLst>
                  <a:gd name="connsiteX0" fmla="*/ 15434 w 74842"/>
                  <a:gd name="connsiteY0" fmla="*/ 20292 h 94476"/>
                  <a:gd name="connsiteX1" fmla="*/ 32335 w 74842"/>
                  <a:gd name="connsiteY1" fmla="*/ 52880 h 94476"/>
                  <a:gd name="connsiteX2" fmla="*/ 56979 w 74842"/>
                  <a:gd name="connsiteY2" fmla="*/ 94426 h 94476"/>
                  <a:gd name="connsiteX3" fmla="*/ 74842 w 74842"/>
                  <a:gd name="connsiteY3" fmla="*/ 94426 h 94476"/>
                  <a:gd name="connsiteX4" fmla="*/ 74842 w 74842"/>
                  <a:gd name="connsiteY4" fmla="*/ 0 h 94476"/>
                  <a:gd name="connsiteX5" fmla="*/ 58902 w 74842"/>
                  <a:gd name="connsiteY5" fmla="*/ 0 h 94476"/>
                  <a:gd name="connsiteX6" fmla="*/ 58902 w 74842"/>
                  <a:gd name="connsiteY6" fmla="*/ 32943 h 94476"/>
                  <a:gd name="connsiteX7" fmla="*/ 60420 w 74842"/>
                  <a:gd name="connsiteY7" fmla="*/ 72110 h 94476"/>
                  <a:gd name="connsiteX8" fmla="*/ 60117 w 74842"/>
                  <a:gd name="connsiteY8" fmla="*/ 72211 h 94476"/>
                  <a:gd name="connsiteX9" fmla="*/ 44075 w 74842"/>
                  <a:gd name="connsiteY9" fmla="*/ 40584 h 94476"/>
                  <a:gd name="connsiteX10" fmla="*/ 19685 w 74842"/>
                  <a:gd name="connsiteY10" fmla="*/ 51 h 94476"/>
                  <a:gd name="connsiteX11" fmla="*/ 0 w 74842"/>
                  <a:gd name="connsiteY11" fmla="*/ 51 h 94476"/>
                  <a:gd name="connsiteX12" fmla="*/ 0 w 74842"/>
                  <a:gd name="connsiteY12" fmla="*/ 94476 h 94476"/>
                  <a:gd name="connsiteX13" fmla="*/ 15940 w 74842"/>
                  <a:gd name="connsiteY13" fmla="*/ 94476 h 94476"/>
                  <a:gd name="connsiteX14" fmla="*/ 15940 w 74842"/>
                  <a:gd name="connsiteY14" fmla="*/ 60673 h 94476"/>
                  <a:gd name="connsiteX15" fmla="*/ 15029 w 74842"/>
                  <a:gd name="connsiteY15" fmla="*/ 20444 h 94476"/>
                  <a:gd name="connsiteX16" fmla="*/ 15485 w 74842"/>
                  <a:gd name="connsiteY16" fmla="*/ 20342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4842" h="94476">
                    <a:moveTo>
                      <a:pt x="15434" y="20292"/>
                    </a:moveTo>
                    <a:cubicBezTo>
                      <a:pt x="20089" y="30969"/>
                      <a:pt x="26212" y="42557"/>
                      <a:pt x="32335" y="52880"/>
                    </a:cubicBezTo>
                    <a:lnTo>
                      <a:pt x="56979" y="94426"/>
                    </a:lnTo>
                    <a:lnTo>
                      <a:pt x="74842" y="94426"/>
                    </a:lnTo>
                    <a:lnTo>
                      <a:pt x="74842" y="0"/>
                    </a:lnTo>
                    <a:lnTo>
                      <a:pt x="58902" y="0"/>
                    </a:lnTo>
                    <a:lnTo>
                      <a:pt x="58902" y="32943"/>
                    </a:lnTo>
                    <a:cubicBezTo>
                      <a:pt x="58902" y="47365"/>
                      <a:pt x="59206" y="59560"/>
                      <a:pt x="60420" y="72110"/>
                    </a:cubicBezTo>
                    <a:lnTo>
                      <a:pt x="60117" y="72211"/>
                    </a:lnTo>
                    <a:cubicBezTo>
                      <a:pt x="55765" y="61938"/>
                      <a:pt x="50300" y="50957"/>
                      <a:pt x="44075" y="40584"/>
                    </a:cubicBezTo>
                    <a:lnTo>
                      <a:pt x="19685" y="51"/>
                    </a:lnTo>
                    <a:lnTo>
                      <a:pt x="0" y="51"/>
                    </a:lnTo>
                    <a:lnTo>
                      <a:pt x="0" y="94476"/>
                    </a:lnTo>
                    <a:lnTo>
                      <a:pt x="15940" y="94476"/>
                    </a:lnTo>
                    <a:lnTo>
                      <a:pt x="15940" y="60673"/>
                    </a:lnTo>
                    <a:cubicBezTo>
                      <a:pt x="15940" y="45189"/>
                      <a:pt x="15687" y="32690"/>
                      <a:pt x="15029" y="20444"/>
                    </a:cubicBezTo>
                    <a:lnTo>
                      <a:pt x="15485" y="2034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2613CD86-5436-784B-9E29-26C76ED9BB76}"/>
                  </a:ext>
                </a:extLst>
              </p:cNvPr>
              <p:cNvSpPr/>
              <p:nvPr/>
            </p:nvSpPr>
            <p:spPr>
              <a:xfrm>
                <a:off x="1238412" y="2569624"/>
                <a:ext cx="82837" cy="94425"/>
              </a:xfrm>
              <a:custGeom>
                <a:avLst/>
                <a:gdLst>
                  <a:gd name="connsiteX0" fmla="*/ 25858 w 82837"/>
                  <a:gd name="connsiteY0" fmla="*/ 67758 h 94425"/>
                  <a:gd name="connsiteX1" fmla="*/ 55815 w 82837"/>
                  <a:gd name="connsiteY1" fmla="*/ 67758 h 94425"/>
                  <a:gd name="connsiteX2" fmla="*/ 64367 w 82837"/>
                  <a:gd name="connsiteY2" fmla="*/ 94426 h 94425"/>
                  <a:gd name="connsiteX3" fmla="*/ 82838 w 82837"/>
                  <a:gd name="connsiteY3" fmla="*/ 94426 h 94425"/>
                  <a:gd name="connsiteX4" fmla="*/ 52172 w 82837"/>
                  <a:gd name="connsiteY4" fmla="*/ 0 h 94425"/>
                  <a:gd name="connsiteX5" fmla="*/ 30261 w 82837"/>
                  <a:gd name="connsiteY5" fmla="*/ 0 h 94425"/>
                  <a:gd name="connsiteX6" fmla="*/ 0 w 82837"/>
                  <a:gd name="connsiteY6" fmla="*/ 94426 h 94425"/>
                  <a:gd name="connsiteX7" fmla="*/ 17812 w 82837"/>
                  <a:gd name="connsiteY7" fmla="*/ 94426 h 94425"/>
                  <a:gd name="connsiteX8" fmla="*/ 25858 w 82837"/>
                  <a:gd name="connsiteY8" fmla="*/ 67758 h 94425"/>
                  <a:gd name="connsiteX9" fmla="*/ 35979 w 82837"/>
                  <a:gd name="connsiteY9" fmla="*/ 31374 h 94425"/>
                  <a:gd name="connsiteX10" fmla="*/ 40432 w 82837"/>
                  <a:gd name="connsiteY10" fmla="*/ 13663 h 94425"/>
                  <a:gd name="connsiteX11" fmla="*/ 40736 w 82837"/>
                  <a:gd name="connsiteY11" fmla="*/ 13663 h 94425"/>
                  <a:gd name="connsiteX12" fmla="*/ 45492 w 82837"/>
                  <a:gd name="connsiteY12" fmla="*/ 31425 h 94425"/>
                  <a:gd name="connsiteX13" fmla="*/ 52931 w 82837"/>
                  <a:gd name="connsiteY13" fmla="*/ 54702 h 94425"/>
                  <a:gd name="connsiteX14" fmla="*/ 28641 w 82837"/>
                  <a:gd name="connsiteY14" fmla="*/ 54702 h 94425"/>
                  <a:gd name="connsiteX15" fmla="*/ 35928 w 82837"/>
                  <a:gd name="connsiteY15" fmla="*/ 31374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837" h="94425">
                    <a:moveTo>
                      <a:pt x="25858" y="67758"/>
                    </a:moveTo>
                    <a:lnTo>
                      <a:pt x="55815" y="67758"/>
                    </a:lnTo>
                    <a:lnTo>
                      <a:pt x="64367" y="94426"/>
                    </a:lnTo>
                    <a:lnTo>
                      <a:pt x="82838" y="94426"/>
                    </a:lnTo>
                    <a:lnTo>
                      <a:pt x="52172" y="0"/>
                    </a:lnTo>
                    <a:lnTo>
                      <a:pt x="30261" y="0"/>
                    </a:lnTo>
                    <a:lnTo>
                      <a:pt x="0" y="94426"/>
                    </a:lnTo>
                    <a:lnTo>
                      <a:pt x="17812" y="94426"/>
                    </a:lnTo>
                    <a:lnTo>
                      <a:pt x="25858" y="67758"/>
                    </a:lnTo>
                    <a:close/>
                    <a:moveTo>
                      <a:pt x="35979" y="31374"/>
                    </a:moveTo>
                    <a:cubicBezTo>
                      <a:pt x="37649" y="25757"/>
                      <a:pt x="39066" y="19229"/>
                      <a:pt x="40432" y="13663"/>
                    </a:cubicBezTo>
                    <a:lnTo>
                      <a:pt x="40736" y="13663"/>
                    </a:lnTo>
                    <a:cubicBezTo>
                      <a:pt x="42152" y="19128"/>
                      <a:pt x="43721" y="25555"/>
                      <a:pt x="45492" y="31425"/>
                    </a:cubicBezTo>
                    <a:lnTo>
                      <a:pt x="52931" y="54702"/>
                    </a:lnTo>
                    <a:lnTo>
                      <a:pt x="28641" y="54702"/>
                    </a:lnTo>
                    <a:lnTo>
                      <a:pt x="35928" y="3137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240A8750-A98A-8558-79F7-C4CA3F90FF9E}"/>
                  </a:ext>
                </a:extLst>
              </p:cNvPr>
              <p:cNvSpPr/>
              <p:nvPr/>
            </p:nvSpPr>
            <p:spPr>
              <a:xfrm>
                <a:off x="956906" y="2568157"/>
                <a:ext cx="61280" cy="97411"/>
              </a:xfrm>
              <a:custGeom>
                <a:avLst/>
                <a:gdLst>
                  <a:gd name="connsiteX0" fmla="*/ 26617 w 61280"/>
                  <a:gd name="connsiteY0" fmla="*/ 83141 h 97411"/>
                  <a:gd name="connsiteX1" fmla="*/ 3846 w 61280"/>
                  <a:gd name="connsiteY1" fmla="*/ 77119 h 97411"/>
                  <a:gd name="connsiteX2" fmla="*/ 0 w 61280"/>
                  <a:gd name="connsiteY2" fmla="*/ 91389 h 97411"/>
                  <a:gd name="connsiteX3" fmla="*/ 25504 w 61280"/>
                  <a:gd name="connsiteY3" fmla="*/ 97411 h 97411"/>
                  <a:gd name="connsiteX4" fmla="*/ 61280 w 61280"/>
                  <a:gd name="connsiteY4" fmla="*/ 69023 h 97411"/>
                  <a:gd name="connsiteX5" fmla="*/ 37042 w 61280"/>
                  <a:gd name="connsiteY5" fmla="*/ 40938 h 97411"/>
                  <a:gd name="connsiteX6" fmla="*/ 18976 w 61280"/>
                  <a:gd name="connsiteY6" fmla="*/ 25453 h 97411"/>
                  <a:gd name="connsiteX7" fmla="*/ 34562 w 61280"/>
                  <a:gd name="connsiteY7" fmla="*/ 14068 h 97411"/>
                  <a:gd name="connsiteX8" fmla="*/ 53386 w 61280"/>
                  <a:gd name="connsiteY8" fmla="*/ 18571 h 97411"/>
                  <a:gd name="connsiteX9" fmla="*/ 57536 w 61280"/>
                  <a:gd name="connsiteY9" fmla="*/ 4655 h 97411"/>
                  <a:gd name="connsiteX10" fmla="*/ 34916 w 61280"/>
                  <a:gd name="connsiteY10" fmla="*/ 0 h 97411"/>
                  <a:gd name="connsiteX11" fmla="*/ 1569 w 61280"/>
                  <a:gd name="connsiteY11" fmla="*/ 27123 h 97411"/>
                  <a:gd name="connsiteX12" fmla="*/ 27123 w 61280"/>
                  <a:gd name="connsiteY12" fmla="*/ 54550 h 97411"/>
                  <a:gd name="connsiteX13" fmla="*/ 43822 w 61280"/>
                  <a:gd name="connsiteY13" fmla="*/ 70237 h 97411"/>
                  <a:gd name="connsiteX14" fmla="*/ 26668 w 61280"/>
                  <a:gd name="connsiteY14" fmla="*/ 83141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26617" y="83141"/>
                    </a:move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1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ubicBezTo>
                      <a:pt x="24441" y="36131"/>
                      <a:pt x="18976" y="32740"/>
                      <a:pt x="18976" y="25453"/>
                    </a:cubicBezTo>
                    <a:cubicBezTo>
                      <a:pt x="18976" y="19887"/>
                      <a:pt x="23632" y="14068"/>
                      <a:pt x="34562" y="14068"/>
                    </a:cubicBezTo>
                    <a:cubicBezTo>
                      <a:pt x="43417" y="14068"/>
                      <a:pt x="49996" y="16750"/>
                      <a:pt x="53386" y="18571"/>
                    </a:cubicBezTo>
                    <a:lnTo>
                      <a:pt x="57536" y="4655"/>
                    </a:lnTo>
                    <a:cubicBezTo>
                      <a:pt x="52627" y="2176"/>
                      <a:pt x="45138" y="0"/>
                      <a:pt x="34916" y="0"/>
                    </a:cubicBezTo>
                    <a:cubicBezTo>
                      <a:pt x="14473" y="0"/>
                      <a:pt x="1569" y="11639"/>
                      <a:pt x="1569" y="27123"/>
                    </a:cubicBezTo>
                    <a:cubicBezTo>
                      <a:pt x="1569" y="40685"/>
                      <a:pt x="11538" y="49034"/>
                      <a:pt x="27123" y="54550"/>
                    </a:cubicBezTo>
                    <a:cubicBezTo>
                      <a:pt x="39015" y="58902"/>
                      <a:pt x="43822" y="63102"/>
                      <a:pt x="43822" y="70237"/>
                    </a:cubicBezTo>
                    <a:cubicBezTo>
                      <a:pt x="43822" y="77980"/>
                      <a:pt x="37649" y="83141"/>
                      <a:pt x="26668" y="831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56EB5696-F08C-B1F1-B281-D6B3450E9205}"/>
                  </a:ext>
                </a:extLst>
              </p:cNvPr>
              <p:cNvSpPr/>
              <p:nvPr/>
            </p:nvSpPr>
            <p:spPr>
              <a:xfrm>
                <a:off x="684661" y="2568207"/>
                <a:ext cx="73374" cy="97411"/>
              </a:xfrm>
              <a:custGeom>
                <a:avLst/>
                <a:gdLst>
                  <a:gd name="connsiteX0" fmla="*/ 51261 w 73374"/>
                  <a:gd name="connsiteY0" fmla="*/ 14220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6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20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20"/>
                    </a:moveTo>
                    <a:cubicBezTo>
                      <a:pt x="58953" y="14220"/>
                      <a:pt x="65228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6" y="93110"/>
                    </a:cubicBezTo>
                    <a:lnTo>
                      <a:pt x="69782" y="79498"/>
                    </a:lnTo>
                    <a:cubicBezTo>
                      <a:pt x="65228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20"/>
                      <a:pt x="51210" y="1422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5BC666A-63E6-C21F-DE42-511C219A2A1C}"/>
                  </a:ext>
                </a:extLst>
              </p:cNvPr>
              <p:cNvSpPr/>
              <p:nvPr/>
            </p:nvSpPr>
            <p:spPr>
              <a:xfrm>
                <a:off x="1173286" y="2569675"/>
                <a:ext cx="71350" cy="94425"/>
              </a:xfrm>
              <a:custGeom>
                <a:avLst/>
                <a:gdLst>
                  <a:gd name="connsiteX0" fmla="*/ 44177 w 71350"/>
                  <a:gd name="connsiteY0" fmla="*/ 94426 h 94425"/>
                  <a:gd name="connsiteX1" fmla="*/ 44177 w 71350"/>
                  <a:gd name="connsiteY1" fmla="*/ 14473 h 94425"/>
                  <a:gd name="connsiteX2" fmla="*/ 71351 w 71350"/>
                  <a:gd name="connsiteY2" fmla="*/ 14473 h 94425"/>
                  <a:gd name="connsiteX3" fmla="*/ 71351 w 71350"/>
                  <a:gd name="connsiteY3" fmla="*/ 0 h 94425"/>
                  <a:gd name="connsiteX4" fmla="*/ 0 w 71350"/>
                  <a:gd name="connsiteY4" fmla="*/ 0 h 94425"/>
                  <a:gd name="connsiteX5" fmla="*/ 0 w 71350"/>
                  <a:gd name="connsiteY5" fmla="*/ 14473 h 94425"/>
                  <a:gd name="connsiteX6" fmla="*/ 26921 w 71350"/>
                  <a:gd name="connsiteY6" fmla="*/ 14473 h 94425"/>
                  <a:gd name="connsiteX7" fmla="*/ 26921 w 71350"/>
                  <a:gd name="connsiteY7" fmla="*/ 94426 h 94425"/>
                  <a:gd name="connsiteX8" fmla="*/ 44177 w 71350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1350" h="94425">
                    <a:moveTo>
                      <a:pt x="44177" y="94426"/>
                    </a:moveTo>
                    <a:lnTo>
                      <a:pt x="44177" y="14473"/>
                    </a:lnTo>
                    <a:lnTo>
                      <a:pt x="71351" y="14473"/>
                    </a:lnTo>
                    <a:lnTo>
                      <a:pt x="71351" y="0"/>
                    </a:lnTo>
                    <a:lnTo>
                      <a:pt x="0" y="0"/>
                    </a:lnTo>
                    <a:lnTo>
                      <a:pt x="0" y="14473"/>
                    </a:lnTo>
                    <a:lnTo>
                      <a:pt x="26921" y="14473"/>
                    </a:lnTo>
                    <a:lnTo>
                      <a:pt x="26921" y="94426"/>
                    </a:lnTo>
                    <a:lnTo>
                      <a:pt x="44177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F6B6D2C7-F3F6-BF44-2382-C59F8C25A624}"/>
                  </a:ext>
                </a:extLst>
              </p:cNvPr>
              <p:cNvSpPr/>
              <p:nvPr/>
            </p:nvSpPr>
            <p:spPr>
              <a:xfrm>
                <a:off x="1502763" y="2569675"/>
                <a:ext cx="78384" cy="94476"/>
              </a:xfrm>
              <a:custGeom>
                <a:avLst/>
                <a:gdLst>
                  <a:gd name="connsiteX0" fmla="*/ 58953 w 78384"/>
                  <a:gd name="connsiteY0" fmla="*/ 0 h 94476"/>
                  <a:gd name="connsiteX1" fmla="*/ 47618 w 78384"/>
                  <a:gd name="connsiteY1" fmla="*/ 24188 h 94476"/>
                  <a:gd name="connsiteX2" fmla="*/ 39470 w 78384"/>
                  <a:gd name="connsiteY2" fmla="*/ 42962 h 94476"/>
                  <a:gd name="connsiteX3" fmla="*/ 39167 w 78384"/>
                  <a:gd name="connsiteY3" fmla="*/ 42962 h 94476"/>
                  <a:gd name="connsiteX4" fmla="*/ 30918 w 78384"/>
                  <a:gd name="connsiteY4" fmla="*/ 24239 h 94476"/>
                  <a:gd name="connsiteX5" fmla="*/ 19685 w 78384"/>
                  <a:gd name="connsiteY5" fmla="*/ 0 h 94476"/>
                  <a:gd name="connsiteX6" fmla="*/ 0 w 78384"/>
                  <a:gd name="connsiteY6" fmla="*/ 0 h 94476"/>
                  <a:gd name="connsiteX7" fmla="*/ 29805 w 78384"/>
                  <a:gd name="connsiteY7" fmla="*/ 55157 h 94476"/>
                  <a:gd name="connsiteX8" fmla="*/ 29805 w 78384"/>
                  <a:gd name="connsiteY8" fmla="*/ 94476 h 94476"/>
                  <a:gd name="connsiteX9" fmla="*/ 47061 w 78384"/>
                  <a:gd name="connsiteY9" fmla="*/ 94476 h 94476"/>
                  <a:gd name="connsiteX10" fmla="*/ 47061 w 78384"/>
                  <a:gd name="connsiteY10" fmla="*/ 54702 h 94476"/>
                  <a:gd name="connsiteX11" fmla="*/ 78384 w 78384"/>
                  <a:gd name="connsiteY11" fmla="*/ 51 h 94476"/>
                  <a:gd name="connsiteX12" fmla="*/ 58953 w 78384"/>
                  <a:gd name="connsiteY12" fmla="*/ 51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84" h="94476">
                    <a:moveTo>
                      <a:pt x="58953" y="0"/>
                    </a:moveTo>
                    <a:lnTo>
                      <a:pt x="47618" y="24188"/>
                    </a:lnTo>
                    <a:cubicBezTo>
                      <a:pt x="44379" y="31020"/>
                      <a:pt x="41798" y="36940"/>
                      <a:pt x="39470" y="42962"/>
                    </a:cubicBezTo>
                    <a:lnTo>
                      <a:pt x="39167" y="42962"/>
                    </a:lnTo>
                    <a:cubicBezTo>
                      <a:pt x="36586" y="36586"/>
                      <a:pt x="34157" y="31172"/>
                      <a:pt x="30918" y="24239"/>
                    </a:cubicBezTo>
                    <a:lnTo>
                      <a:pt x="19685" y="0"/>
                    </a:lnTo>
                    <a:lnTo>
                      <a:pt x="0" y="0"/>
                    </a:lnTo>
                    <a:lnTo>
                      <a:pt x="29805" y="55157"/>
                    </a:lnTo>
                    <a:lnTo>
                      <a:pt x="29805" y="94476"/>
                    </a:lnTo>
                    <a:lnTo>
                      <a:pt x="47061" y="94476"/>
                    </a:lnTo>
                    <a:lnTo>
                      <a:pt x="47061" y="54702"/>
                    </a:lnTo>
                    <a:lnTo>
                      <a:pt x="78384" y="51"/>
                    </a:lnTo>
                    <a:lnTo>
                      <a:pt x="58953" y="5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C464B51A-FD6E-7656-1AB6-82F7B200F20B}"/>
                  </a:ext>
                </a:extLst>
              </p:cNvPr>
              <p:cNvSpPr/>
              <p:nvPr/>
            </p:nvSpPr>
            <p:spPr>
              <a:xfrm>
                <a:off x="763045" y="2568106"/>
                <a:ext cx="88656" cy="97562"/>
              </a:xfrm>
              <a:custGeom>
                <a:avLst/>
                <a:gdLst>
                  <a:gd name="connsiteX0" fmla="*/ 44936 w 88656"/>
                  <a:gd name="connsiteY0" fmla="*/ 0 h 97562"/>
                  <a:gd name="connsiteX1" fmla="*/ 0 w 88656"/>
                  <a:gd name="connsiteY1" fmla="*/ 49490 h 97562"/>
                  <a:gd name="connsiteX2" fmla="*/ 43519 w 88656"/>
                  <a:gd name="connsiteY2" fmla="*/ 97563 h 97562"/>
                  <a:gd name="connsiteX3" fmla="*/ 43671 w 88656"/>
                  <a:gd name="connsiteY3" fmla="*/ 97563 h 97562"/>
                  <a:gd name="connsiteX4" fmla="*/ 88657 w 88656"/>
                  <a:gd name="connsiteY4" fmla="*/ 47820 h 97562"/>
                  <a:gd name="connsiteX5" fmla="*/ 44936 w 88656"/>
                  <a:gd name="connsiteY5" fmla="*/ 0 h 97562"/>
                  <a:gd name="connsiteX6" fmla="*/ 44278 w 88656"/>
                  <a:gd name="connsiteY6" fmla="*/ 83748 h 97562"/>
                  <a:gd name="connsiteX7" fmla="*/ 44126 w 88656"/>
                  <a:gd name="connsiteY7" fmla="*/ 83748 h 97562"/>
                  <a:gd name="connsiteX8" fmla="*/ 18065 w 88656"/>
                  <a:gd name="connsiteY8" fmla="*/ 49085 h 97562"/>
                  <a:gd name="connsiteX9" fmla="*/ 44278 w 88656"/>
                  <a:gd name="connsiteY9" fmla="*/ 13815 h 97562"/>
                  <a:gd name="connsiteX10" fmla="*/ 70288 w 88656"/>
                  <a:gd name="connsiteY10" fmla="*/ 48478 h 97562"/>
                  <a:gd name="connsiteX11" fmla="*/ 44227 w 88656"/>
                  <a:gd name="connsiteY11" fmla="*/ 83748 h 97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656" h="97562">
                    <a:moveTo>
                      <a:pt x="44936" y="0"/>
                    </a:moveTo>
                    <a:cubicBezTo>
                      <a:pt x="18318" y="0"/>
                      <a:pt x="0" y="20494"/>
                      <a:pt x="0" y="49490"/>
                    </a:cubicBezTo>
                    <a:cubicBezTo>
                      <a:pt x="0" y="78486"/>
                      <a:pt x="16851" y="97563"/>
                      <a:pt x="43519" y="97563"/>
                    </a:cubicBezTo>
                    <a:lnTo>
                      <a:pt x="43671" y="97563"/>
                    </a:lnTo>
                    <a:cubicBezTo>
                      <a:pt x="69529" y="97563"/>
                      <a:pt x="88657" y="79447"/>
                      <a:pt x="88657" y="47820"/>
                    </a:cubicBezTo>
                    <a:cubicBezTo>
                      <a:pt x="88657" y="20798"/>
                      <a:pt x="72413" y="0"/>
                      <a:pt x="44936" y="0"/>
                    </a:cubicBezTo>
                    <a:close/>
                    <a:moveTo>
                      <a:pt x="44278" y="83748"/>
                    </a:moveTo>
                    <a:lnTo>
                      <a:pt x="44126" y="83748"/>
                    </a:lnTo>
                    <a:cubicBezTo>
                      <a:pt x="27680" y="83748"/>
                      <a:pt x="18015" y="67859"/>
                      <a:pt x="18065" y="49085"/>
                    </a:cubicBezTo>
                    <a:cubicBezTo>
                      <a:pt x="18065" y="30261"/>
                      <a:pt x="27123" y="13815"/>
                      <a:pt x="44278" y="13815"/>
                    </a:cubicBezTo>
                    <a:cubicBezTo>
                      <a:pt x="61432" y="13815"/>
                      <a:pt x="70288" y="30666"/>
                      <a:pt x="70288" y="48478"/>
                    </a:cubicBezTo>
                    <a:cubicBezTo>
                      <a:pt x="70288" y="68213"/>
                      <a:pt x="60876" y="83748"/>
                      <a:pt x="44227" y="8374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8A9A82B5-2A8B-65B1-3CD3-B8C6433928F1}"/>
                  </a:ext>
                </a:extLst>
              </p:cNvPr>
              <p:cNvSpPr/>
              <p:nvPr/>
            </p:nvSpPr>
            <p:spPr>
              <a:xfrm>
                <a:off x="1423923" y="2568207"/>
                <a:ext cx="73374" cy="97411"/>
              </a:xfrm>
              <a:custGeom>
                <a:avLst/>
                <a:gdLst>
                  <a:gd name="connsiteX0" fmla="*/ 51261 w 73374"/>
                  <a:gd name="connsiteY0" fmla="*/ 14220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5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20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20"/>
                    </a:moveTo>
                    <a:cubicBezTo>
                      <a:pt x="58953" y="14220"/>
                      <a:pt x="65227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5" y="93110"/>
                    </a:cubicBezTo>
                    <a:lnTo>
                      <a:pt x="69782" y="79498"/>
                    </a:lnTo>
                    <a:cubicBezTo>
                      <a:pt x="65227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20"/>
                      <a:pt x="51210" y="1422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E3BD86A6-BA32-B1F0-47DE-E6797677326C}"/>
                  </a:ext>
                </a:extLst>
              </p:cNvPr>
              <p:cNvSpPr/>
              <p:nvPr/>
            </p:nvSpPr>
            <p:spPr>
              <a:xfrm>
                <a:off x="1126832" y="2569675"/>
                <a:ext cx="56017" cy="94425"/>
              </a:xfrm>
              <a:custGeom>
                <a:avLst/>
                <a:gdLst>
                  <a:gd name="connsiteX0" fmla="*/ 17205 w 56017"/>
                  <a:gd name="connsiteY0" fmla="*/ 0 h 94425"/>
                  <a:gd name="connsiteX1" fmla="*/ 0 w 56017"/>
                  <a:gd name="connsiteY1" fmla="*/ 0 h 94425"/>
                  <a:gd name="connsiteX2" fmla="*/ 0 w 56017"/>
                  <a:gd name="connsiteY2" fmla="*/ 94426 h 94425"/>
                  <a:gd name="connsiteX3" fmla="*/ 56018 w 56017"/>
                  <a:gd name="connsiteY3" fmla="*/ 94426 h 94425"/>
                  <a:gd name="connsiteX4" fmla="*/ 56018 w 56017"/>
                  <a:gd name="connsiteY4" fmla="*/ 79953 h 94425"/>
                  <a:gd name="connsiteX5" fmla="*/ 17205 w 56017"/>
                  <a:gd name="connsiteY5" fmla="*/ 79953 h 94425"/>
                  <a:gd name="connsiteX6" fmla="*/ 17205 w 56017"/>
                  <a:gd name="connsiteY6" fmla="*/ 0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6017" h="94425">
                    <a:moveTo>
                      <a:pt x="17205" y="0"/>
                    </a:moveTo>
                    <a:lnTo>
                      <a:pt x="0" y="0"/>
                    </a:lnTo>
                    <a:lnTo>
                      <a:pt x="0" y="94426"/>
                    </a:lnTo>
                    <a:lnTo>
                      <a:pt x="56018" y="94426"/>
                    </a:lnTo>
                    <a:lnTo>
                      <a:pt x="56018" y="79953"/>
                    </a:lnTo>
                    <a:lnTo>
                      <a:pt x="17205" y="79953"/>
                    </a:lnTo>
                    <a:lnTo>
                      <a:pt x="1720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95DD729B-7039-C476-E6FD-4A89D75ED880}"/>
                  </a:ext>
                </a:extLst>
              </p:cNvPr>
              <p:cNvSpPr/>
              <p:nvPr/>
            </p:nvSpPr>
            <p:spPr>
              <a:xfrm>
                <a:off x="1033469" y="2569675"/>
                <a:ext cx="73728" cy="95994"/>
              </a:xfrm>
              <a:custGeom>
                <a:avLst/>
                <a:gdLst>
                  <a:gd name="connsiteX0" fmla="*/ 73729 w 73728"/>
                  <a:gd name="connsiteY0" fmla="*/ 53943 h 95994"/>
                  <a:gd name="connsiteX1" fmla="*/ 73729 w 73728"/>
                  <a:gd name="connsiteY1" fmla="*/ 0 h 95994"/>
                  <a:gd name="connsiteX2" fmla="*/ 56473 w 73728"/>
                  <a:gd name="connsiteY2" fmla="*/ 0 h 95994"/>
                  <a:gd name="connsiteX3" fmla="*/ 56473 w 73728"/>
                  <a:gd name="connsiteY3" fmla="*/ 55056 h 95994"/>
                  <a:gd name="connsiteX4" fmla="*/ 36586 w 73728"/>
                  <a:gd name="connsiteY4" fmla="*/ 82078 h 95994"/>
                  <a:gd name="connsiteX5" fmla="*/ 17256 w 73728"/>
                  <a:gd name="connsiteY5" fmla="*/ 55056 h 95994"/>
                  <a:gd name="connsiteX6" fmla="*/ 17256 w 73728"/>
                  <a:gd name="connsiteY6" fmla="*/ 0 h 95994"/>
                  <a:gd name="connsiteX7" fmla="*/ 0 w 73728"/>
                  <a:gd name="connsiteY7" fmla="*/ 0 h 95994"/>
                  <a:gd name="connsiteX8" fmla="*/ 0 w 73728"/>
                  <a:gd name="connsiteY8" fmla="*/ 54044 h 95994"/>
                  <a:gd name="connsiteX9" fmla="*/ 35928 w 73728"/>
                  <a:gd name="connsiteY9" fmla="*/ 95994 h 95994"/>
                  <a:gd name="connsiteX10" fmla="*/ 73678 w 73728"/>
                  <a:gd name="connsiteY10" fmla="*/ 53943 h 95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728" h="95994">
                    <a:moveTo>
                      <a:pt x="73729" y="53943"/>
                    </a:moveTo>
                    <a:lnTo>
                      <a:pt x="73729" y="0"/>
                    </a:lnTo>
                    <a:lnTo>
                      <a:pt x="56473" y="0"/>
                    </a:lnTo>
                    <a:lnTo>
                      <a:pt x="56473" y="55056"/>
                    </a:lnTo>
                    <a:cubicBezTo>
                      <a:pt x="56473" y="73577"/>
                      <a:pt x="49035" y="82078"/>
                      <a:pt x="36586" y="82078"/>
                    </a:cubicBezTo>
                    <a:cubicBezTo>
                      <a:pt x="24897" y="82078"/>
                      <a:pt x="17256" y="73476"/>
                      <a:pt x="17256" y="55056"/>
                    </a:cubicBezTo>
                    <a:lnTo>
                      <a:pt x="17256" y="0"/>
                    </a:lnTo>
                    <a:lnTo>
                      <a:pt x="0" y="0"/>
                    </a:lnTo>
                    <a:lnTo>
                      <a:pt x="0" y="54044"/>
                    </a:lnTo>
                    <a:cubicBezTo>
                      <a:pt x="0" y="83748"/>
                      <a:pt x="14169" y="95994"/>
                      <a:pt x="35928" y="95994"/>
                    </a:cubicBezTo>
                    <a:cubicBezTo>
                      <a:pt x="57688" y="95994"/>
                      <a:pt x="73678" y="83040"/>
                      <a:pt x="73678" y="539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43F89A72-FB19-4885-3E9A-3C22C47EFA5C}"/>
                  </a:ext>
                </a:extLst>
              </p:cNvPr>
              <p:cNvSpPr/>
              <p:nvPr/>
            </p:nvSpPr>
            <p:spPr>
              <a:xfrm>
                <a:off x="866428" y="2569675"/>
                <a:ext cx="74892" cy="94476"/>
              </a:xfrm>
              <a:custGeom>
                <a:avLst/>
                <a:gdLst>
                  <a:gd name="connsiteX0" fmla="*/ 74842 w 74892"/>
                  <a:gd name="connsiteY0" fmla="*/ 0 h 94476"/>
                  <a:gd name="connsiteX1" fmla="*/ 58902 w 74892"/>
                  <a:gd name="connsiteY1" fmla="*/ 0 h 94476"/>
                  <a:gd name="connsiteX2" fmla="*/ 58902 w 74892"/>
                  <a:gd name="connsiteY2" fmla="*/ 32943 h 94476"/>
                  <a:gd name="connsiteX3" fmla="*/ 60420 w 74892"/>
                  <a:gd name="connsiteY3" fmla="*/ 72110 h 94476"/>
                  <a:gd name="connsiteX4" fmla="*/ 60117 w 74892"/>
                  <a:gd name="connsiteY4" fmla="*/ 72211 h 94476"/>
                  <a:gd name="connsiteX5" fmla="*/ 44075 w 74892"/>
                  <a:gd name="connsiteY5" fmla="*/ 40584 h 94476"/>
                  <a:gd name="connsiteX6" fmla="*/ 19685 w 74892"/>
                  <a:gd name="connsiteY6" fmla="*/ 51 h 94476"/>
                  <a:gd name="connsiteX7" fmla="*/ 0 w 74892"/>
                  <a:gd name="connsiteY7" fmla="*/ 51 h 94476"/>
                  <a:gd name="connsiteX8" fmla="*/ 0 w 74892"/>
                  <a:gd name="connsiteY8" fmla="*/ 94476 h 94476"/>
                  <a:gd name="connsiteX9" fmla="*/ 15940 w 74892"/>
                  <a:gd name="connsiteY9" fmla="*/ 94476 h 94476"/>
                  <a:gd name="connsiteX10" fmla="*/ 15940 w 74892"/>
                  <a:gd name="connsiteY10" fmla="*/ 60673 h 94476"/>
                  <a:gd name="connsiteX11" fmla="*/ 15029 w 74892"/>
                  <a:gd name="connsiteY11" fmla="*/ 20444 h 94476"/>
                  <a:gd name="connsiteX12" fmla="*/ 15485 w 74892"/>
                  <a:gd name="connsiteY12" fmla="*/ 20342 h 94476"/>
                  <a:gd name="connsiteX13" fmla="*/ 32386 w 74892"/>
                  <a:gd name="connsiteY13" fmla="*/ 52931 h 94476"/>
                  <a:gd name="connsiteX14" fmla="*/ 57030 w 74892"/>
                  <a:gd name="connsiteY14" fmla="*/ 94476 h 94476"/>
                  <a:gd name="connsiteX15" fmla="*/ 74893 w 74892"/>
                  <a:gd name="connsiteY15" fmla="*/ 94476 h 94476"/>
                  <a:gd name="connsiteX16" fmla="*/ 74893 w 74892"/>
                  <a:gd name="connsiteY16" fmla="*/ 51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4892" h="94476">
                    <a:moveTo>
                      <a:pt x="74842" y="0"/>
                    </a:moveTo>
                    <a:lnTo>
                      <a:pt x="58902" y="0"/>
                    </a:lnTo>
                    <a:lnTo>
                      <a:pt x="58902" y="32943"/>
                    </a:lnTo>
                    <a:cubicBezTo>
                      <a:pt x="58902" y="47365"/>
                      <a:pt x="59206" y="59560"/>
                      <a:pt x="60420" y="72110"/>
                    </a:cubicBezTo>
                    <a:lnTo>
                      <a:pt x="60117" y="72211"/>
                    </a:lnTo>
                    <a:cubicBezTo>
                      <a:pt x="55765" y="61938"/>
                      <a:pt x="50300" y="50957"/>
                      <a:pt x="44075" y="40584"/>
                    </a:cubicBezTo>
                    <a:lnTo>
                      <a:pt x="19685" y="51"/>
                    </a:lnTo>
                    <a:lnTo>
                      <a:pt x="0" y="51"/>
                    </a:lnTo>
                    <a:lnTo>
                      <a:pt x="0" y="94476"/>
                    </a:lnTo>
                    <a:lnTo>
                      <a:pt x="15940" y="94476"/>
                    </a:lnTo>
                    <a:lnTo>
                      <a:pt x="15940" y="60673"/>
                    </a:lnTo>
                    <a:cubicBezTo>
                      <a:pt x="15940" y="45189"/>
                      <a:pt x="15687" y="32690"/>
                      <a:pt x="15029" y="20444"/>
                    </a:cubicBezTo>
                    <a:lnTo>
                      <a:pt x="15485" y="20342"/>
                    </a:lnTo>
                    <a:cubicBezTo>
                      <a:pt x="20140" y="31020"/>
                      <a:pt x="26263" y="42608"/>
                      <a:pt x="32386" y="52931"/>
                    </a:cubicBezTo>
                    <a:lnTo>
                      <a:pt x="57030" y="94476"/>
                    </a:lnTo>
                    <a:lnTo>
                      <a:pt x="74893" y="94476"/>
                    </a:lnTo>
                    <a:lnTo>
                      <a:pt x="74893" y="5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138A25E1-C8D1-EBF6-58CE-0F0372F40D3B}"/>
                  </a:ext>
                </a:extLst>
              </p:cNvPr>
              <p:cNvSpPr/>
              <p:nvPr/>
            </p:nvSpPr>
            <p:spPr>
              <a:xfrm>
                <a:off x="997743" y="2711313"/>
                <a:ext cx="17205" cy="94425"/>
              </a:xfrm>
              <a:custGeom>
                <a:avLst/>
                <a:gdLst>
                  <a:gd name="connsiteX0" fmla="*/ 0 w 17205"/>
                  <a:gd name="connsiteY0" fmla="*/ 0 h 94425"/>
                  <a:gd name="connsiteX1" fmla="*/ 17205 w 17205"/>
                  <a:gd name="connsiteY1" fmla="*/ 0 h 94425"/>
                  <a:gd name="connsiteX2" fmla="*/ 17205 w 17205"/>
                  <a:gd name="connsiteY2" fmla="*/ 94426 h 94425"/>
                  <a:gd name="connsiteX3" fmla="*/ 0 w 17205"/>
                  <a:gd name="connsiteY3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5" h="94425">
                    <a:moveTo>
                      <a:pt x="0" y="0"/>
                    </a:moveTo>
                    <a:lnTo>
                      <a:pt x="17205" y="0"/>
                    </a:lnTo>
                    <a:lnTo>
                      <a:pt x="17205" y="94426"/>
                    </a:lnTo>
                    <a:lnTo>
                      <a:pt x="0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DF8BABB-CA15-59F8-36F8-92E2713BB634}"/>
                  </a:ext>
                </a:extLst>
              </p:cNvPr>
              <p:cNvSpPr/>
              <p:nvPr/>
            </p:nvSpPr>
            <p:spPr>
              <a:xfrm>
                <a:off x="833536" y="2711262"/>
                <a:ext cx="66239" cy="94476"/>
              </a:xfrm>
              <a:custGeom>
                <a:avLst/>
                <a:gdLst>
                  <a:gd name="connsiteX0" fmla="*/ 45796 w 66239"/>
                  <a:gd name="connsiteY0" fmla="*/ 50198 h 94476"/>
                  <a:gd name="connsiteX1" fmla="*/ 45796 w 66239"/>
                  <a:gd name="connsiteY1" fmla="*/ 49794 h 94476"/>
                  <a:gd name="connsiteX2" fmla="*/ 62799 w 66239"/>
                  <a:gd name="connsiteY2" fmla="*/ 26364 h 94476"/>
                  <a:gd name="connsiteX3" fmla="*/ 54753 w 66239"/>
                  <a:gd name="connsiteY3" fmla="*/ 7540 h 94476"/>
                  <a:gd name="connsiteX4" fmla="*/ 25909 w 66239"/>
                  <a:gd name="connsiteY4" fmla="*/ 0 h 94476"/>
                  <a:gd name="connsiteX5" fmla="*/ 0 w 66239"/>
                  <a:gd name="connsiteY5" fmla="*/ 2024 h 94476"/>
                  <a:gd name="connsiteX6" fmla="*/ 0 w 66239"/>
                  <a:gd name="connsiteY6" fmla="*/ 94476 h 94476"/>
                  <a:gd name="connsiteX7" fmla="*/ 16952 w 66239"/>
                  <a:gd name="connsiteY7" fmla="*/ 94476 h 94476"/>
                  <a:gd name="connsiteX8" fmla="*/ 16952 w 66239"/>
                  <a:gd name="connsiteY8" fmla="*/ 55967 h 94476"/>
                  <a:gd name="connsiteX9" fmla="*/ 25555 w 66239"/>
                  <a:gd name="connsiteY9" fmla="*/ 55967 h 94476"/>
                  <a:gd name="connsiteX10" fmla="*/ 42406 w 66239"/>
                  <a:gd name="connsiteY10" fmla="*/ 72363 h 94476"/>
                  <a:gd name="connsiteX11" fmla="*/ 48680 w 66239"/>
                  <a:gd name="connsiteY11" fmla="*/ 94476 h 94476"/>
                  <a:gd name="connsiteX12" fmla="*/ 66240 w 66239"/>
                  <a:gd name="connsiteY12" fmla="*/ 94476 h 94476"/>
                  <a:gd name="connsiteX13" fmla="*/ 58852 w 66239"/>
                  <a:gd name="connsiteY13" fmla="*/ 68365 h 94476"/>
                  <a:gd name="connsiteX14" fmla="*/ 45796 w 66239"/>
                  <a:gd name="connsiteY14" fmla="*/ 50249 h 94476"/>
                  <a:gd name="connsiteX15" fmla="*/ 27022 w 66239"/>
                  <a:gd name="connsiteY15" fmla="*/ 43367 h 94476"/>
                  <a:gd name="connsiteX16" fmla="*/ 16901 w 66239"/>
                  <a:gd name="connsiteY16" fmla="*/ 43367 h 94476"/>
                  <a:gd name="connsiteX17" fmla="*/ 16901 w 66239"/>
                  <a:gd name="connsiteY17" fmla="*/ 13764 h 94476"/>
                  <a:gd name="connsiteX18" fmla="*/ 27528 w 66239"/>
                  <a:gd name="connsiteY18" fmla="*/ 12904 h 94476"/>
                  <a:gd name="connsiteX19" fmla="*/ 45745 w 66239"/>
                  <a:gd name="connsiteY19" fmla="*/ 27933 h 94476"/>
                  <a:gd name="connsiteX20" fmla="*/ 27022 w 66239"/>
                  <a:gd name="connsiteY20" fmla="*/ 43367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6239" h="94476">
                    <a:moveTo>
                      <a:pt x="45796" y="50198"/>
                    </a:moveTo>
                    <a:lnTo>
                      <a:pt x="45796" y="49794"/>
                    </a:lnTo>
                    <a:cubicBezTo>
                      <a:pt x="54601" y="46656"/>
                      <a:pt x="62799" y="38458"/>
                      <a:pt x="62799" y="26364"/>
                    </a:cubicBezTo>
                    <a:cubicBezTo>
                      <a:pt x="62799" y="18318"/>
                      <a:pt x="59864" y="11841"/>
                      <a:pt x="54753" y="7540"/>
                    </a:cubicBezTo>
                    <a:cubicBezTo>
                      <a:pt x="48427" y="2277"/>
                      <a:pt x="37548" y="0"/>
                      <a:pt x="25909" y="0"/>
                    </a:cubicBezTo>
                    <a:cubicBezTo>
                      <a:pt x="14270" y="0"/>
                      <a:pt x="6528" y="810"/>
                      <a:pt x="0" y="2024"/>
                    </a:cubicBezTo>
                    <a:lnTo>
                      <a:pt x="0" y="94476"/>
                    </a:lnTo>
                    <a:cubicBezTo>
                      <a:pt x="0" y="94476"/>
                      <a:pt x="16952" y="94476"/>
                      <a:pt x="16952" y="94476"/>
                    </a:cubicBezTo>
                    <a:lnTo>
                      <a:pt x="16952" y="55967"/>
                    </a:lnTo>
                    <a:lnTo>
                      <a:pt x="25555" y="55967"/>
                    </a:lnTo>
                    <a:cubicBezTo>
                      <a:pt x="35270" y="56220"/>
                      <a:pt x="39724" y="60167"/>
                      <a:pt x="42406" y="72363"/>
                    </a:cubicBezTo>
                    <a:cubicBezTo>
                      <a:pt x="45037" y="84001"/>
                      <a:pt x="47263" y="91744"/>
                      <a:pt x="48680" y="94476"/>
                    </a:cubicBezTo>
                    <a:lnTo>
                      <a:pt x="66240" y="94476"/>
                    </a:lnTo>
                    <a:cubicBezTo>
                      <a:pt x="64367" y="90833"/>
                      <a:pt x="61837" y="80054"/>
                      <a:pt x="58852" y="68365"/>
                    </a:cubicBezTo>
                    <a:cubicBezTo>
                      <a:pt x="56524" y="59256"/>
                      <a:pt x="52577" y="52779"/>
                      <a:pt x="45796" y="50249"/>
                    </a:cubicBezTo>
                    <a:close/>
                    <a:moveTo>
                      <a:pt x="27022" y="43367"/>
                    </a:moveTo>
                    <a:lnTo>
                      <a:pt x="16901" y="43367"/>
                    </a:lnTo>
                    <a:lnTo>
                      <a:pt x="16901" y="13764"/>
                    </a:lnTo>
                    <a:cubicBezTo>
                      <a:pt x="18622" y="13309"/>
                      <a:pt x="22114" y="12904"/>
                      <a:pt x="27528" y="12904"/>
                    </a:cubicBezTo>
                    <a:cubicBezTo>
                      <a:pt x="38610" y="12904"/>
                      <a:pt x="45745" y="17711"/>
                      <a:pt x="45745" y="27933"/>
                    </a:cubicBezTo>
                    <a:cubicBezTo>
                      <a:pt x="45745" y="37244"/>
                      <a:pt x="38610" y="43367"/>
                      <a:pt x="27022" y="4336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C2CAC74A-9E11-AC63-599C-C42AF4FC1285}"/>
                  </a:ext>
                </a:extLst>
              </p:cNvPr>
              <p:cNvSpPr/>
              <p:nvPr/>
            </p:nvSpPr>
            <p:spPr>
              <a:xfrm>
                <a:off x="904835" y="2711313"/>
                <a:ext cx="82837" cy="94425"/>
              </a:xfrm>
              <a:custGeom>
                <a:avLst/>
                <a:gdLst>
                  <a:gd name="connsiteX0" fmla="*/ 50704 w 82837"/>
                  <a:gd name="connsiteY0" fmla="*/ 43215 h 94425"/>
                  <a:gd name="connsiteX1" fmla="*/ 41140 w 82837"/>
                  <a:gd name="connsiteY1" fmla="*/ 77372 h 94425"/>
                  <a:gd name="connsiteX2" fmla="*/ 40837 w 82837"/>
                  <a:gd name="connsiteY2" fmla="*/ 77372 h 94425"/>
                  <a:gd name="connsiteX3" fmla="*/ 31627 w 82837"/>
                  <a:gd name="connsiteY3" fmla="*/ 42962 h 94425"/>
                  <a:gd name="connsiteX4" fmla="*/ 18774 w 82837"/>
                  <a:gd name="connsiteY4" fmla="*/ 0 h 94425"/>
                  <a:gd name="connsiteX5" fmla="*/ 0 w 82837"/>
                  <a:gd name="connsiteY5" fmla="*/ 0 h 94425"/>
                  <a:gd name="connsiteX6" fmla="*/ 30514 w 82837"/>
                  <a:gd name="connsiteY6" fmla="*/ 94426 h 94425"/>
                  <a:gd name="connsiteX7" fmla="*/ 50249 w 82837"/>
                  <a:gd name="connsiteY7" fmla="*/ 94426 h 94425"/>
                  <a:gd name="connsiteX8" fmla="*/ 82837 w 82837"/>
                  <a:gd name="connsiteY8" fmla="*/ 0 h 94425"/>
                  <a:gd name="connsiteX9" fmla="*/ 64519 w 82837"/>
                  <a:gd name="connsiteY9" fmla="*/ 0 h 94425"/>
                  <a:gd name="connsiteX10" fmla="*/ 50755 w 82837"/>
                  <a:gd name="connsiteY10" fmla="*/ 43215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837" h="94425">
                    <a:moveTo>
                      <a:pt x="50704" y="43215"/>
                    </a:moveTo>
                    <a:cubicBezTo>
                      <a:pt x="47061" y="54702"/>
                      <a:pt x="43620" y="66240"/>
                      <a:pt x="41140" y="77372"/>
                    </a:cubicBezTo>
                    <a:lnTo>
                      <a:pt x="40837" y="77372"/>
                    </a:lnTo>
                    <a:cubicBezTo>
                      <a:pt x="38408" y="65936"/>
                      <a:pt x="35169" y="54904"/>
                      <a:pt x="31627" y="42962"/>
                    </a:cubicBezTo>
                    <a:lnTo>
                      <a:pt x="18774" y="0"/>
                    </a:lnTo>
                    <a:lnTo>
                      <a:pt x="0" y="0"/>
                    </a:lnTo>
                    <a:lnTo>
                      <a:pt x="30514" y="94426"/>
                    </a:lnTo>
                    <a:lnTo>
                      <a:pt x="50249" y="94426"/>
                    </a:lnTo>
                    <a:lnTo>
                      <a:pt x="82837" y="0"/>
                    </a:lnTo>
                    <a:lnTo>
                      <a:pt x="64519" y="0"/>
                    </a:lnTo>
                    <a:lnTo>
                      <a:pt x="50755" y="4321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17DC2ED8-242C-AE36-6FA9-229254D19300}"/>
                  </a:ext>
                </a:extLst>
              </p:cNvPr>
              <p:cNvSpPr/>
              <p:nvPr/>
            </p:nvSpPr>
            <p:spPr>
              <a:xfrm>
                <a:off x="1116964" y="2711313"/>
                <a:ext cx="56979" cy="94425"/>
              </a:xfrm>
              <a:custGeom>
                <a:avLst/>
                <a:gdLst>
                  <a:gd name="connsiteX0" fmla="*/ 17205 w 56979"/>
                  <a:gd name="connsiteY0" fmla="*/ 52526 h 94425"/>
                  <a:gd name="connsiteX1" fmla="*/ 52779 w 56979"/>
                  <a:gd name="connsiteY1" fmla="*/ 52526 h 94425"/>
                  <a:gd name="connsiteX2" fmla="*/ 52779 w 56979"/>
                  <a:gd name="connsiteY2" fmla="*/ 38458 h 94425"/>
                  <a:gd name="connsiteX3" fmla="*/ 17205 w 56979"/>
                  <a:gd name="connsiteY3" fmla="*/ 38458 h 94425"/>
                  <a:gd name="connsiteX4" fmla="*/ 17205 w 56979"/>
                  <a:gd name="connsiteY4" fmla="*/ 14219 h 94425"/>
                  <a:gd name="connsiteX5" fmla="*/ 54905 w 56979"/>
                  <a:gd name="connsiteY5" fmla="*/ 14219 h 94425"/>
                  <a:gd name="connsiteX6" fmla="*/ 54905 w 56979"/>
                  <a:gd name="connsiteY6" fmla="*/ 0 h 94425"/>
                  <a:gd name="connsiteX7" fmla="*/ 0 w 56979"/>
                  <a:gd name="connsiteY7" fmla="*/ 0 h 94425"/>
                  <a:gd name="connsiteX8" fmla="*/ 0 w 56979"/>
                  <a:gd name="connsiteY8" fmla="*/ 94426 h 94425"/>
                  <a:gd name="connsiteX9" fmla="*/ 56979 w 56979"/>
                  <a:gd name="connsiteY9" fmla="*/ 94426 h 94425"/>
                  <a:gd name="connsiteX10" fmla="*/ 56979 w 56979"/>
                  <a:gd name="connsiteY10" fmla="*/ 80257 h 94425"/>
                  <a:gd name="connsiteX11" fmla="*/ 17205 w 56979"/>
                  <a:gd name="connsiteY11" fmla="*/ 80257 h 94425"/>
                  <a:gd name="connsiteX12" fmla="*/ 17205 w 56979"/>
                  <a:gd name="connsiteY12" fmla="*/ 525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979" h="94425">
                    <a:moveTo>
                      <a:pt x="17205" y="52526"/>
                    </a:moveTo>
                    <a:lnTo>
                      <a:pt x="52779" y="52526"/>
                    </a:lnTo>
                    <a:lnTo>
                      <a:pt x="52779" y="38458"/>
                    </a:lnTo>
                    <a:lnTo>
                      <a:pt x="17205" y="38458"/>
                    </a:lnTo>
                    <a:lnTo>
                      <a:pt x="17205" y="14219"/>
                    </a:lnTo>
                    <a:lnTo>
                      <a:pt x="54905" y="14219"/>
                    </a:lnTo>
                    <a:lnTo>
                      <a:pt x="54905" y="0"/>
                    </a:lnTo>
                    <a:lnTo>
                      <a:pt x="0" y="0"/>
                    </a:lnTo>
                    <a:lnTo>
                      <a:pt x="0" y="94426"/>
                    </a:lnTo>
                    <a:lnTo>
                      <a:pt x="56979" y="94426"/>
                    </a:lnTo>
                    <a:lnTo>
                      <a:pt x="56979" y="80257"/>
                    </a:lnTo>
                    <a:lnTo>
                      <a:pt x="17205" y="80257"/>
                    </a:lnTo>
                    <a:lnTo>
                      <a:pt x="17205" y="525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FCE28B4-FA60-5121-BC6B-ED4A63CF9621}"/>
                  </a:ext>
                </a:extLst>
              </p:cNvPr>
              <p:cNvSpPr/>
              <p:nvPr/>
            </p:nvSpPr>
            <p:spPr>
              <a:xfrm>
                <a:off x="1029724" y="2709846"/>
                <a:ext cx="73374" cy="97411"/>
              </a:xfrm>
              <a:custGeom>
                <a:avLst/>
                <a:gdLst>
                  <a:gd name="connsiteX0" fmla="*/ 51261 w 73374"/>
                  <a:gd name="connsiteY0" fmla="*/ 14219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6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19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19"/>
                    </a:moveTo>
                    <a:cubicBezTo>
                      <a:pt x="58953" y="14219"/>
                      <a:pt x="65228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6" y="93110"/>
                    </a:cubicBezTo>
                    <a:lnTo>
                      <a:pt x="69782" y="79498"/>
                    </a:lnTo>
                    <a:cubicBezTo>
                      <a:pt x="65228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19"/>
                      <a:pt x="51210" y="1421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5771E894-3F4F-8BF3-DDA0-C7FCFE62B9BB}"/>
                  </a:ext>
                </a:extLst>
              </p:cNvPr>
              <p:cNvSpPr/>
              <p:nvPr/>
            </p:nvSpPr>
            <p:spPr>
              <a:xfrm>
                <a:off x="684712" y="2709846"/>
                <a:ext cx="61280" cy="97411"/>
              </a:xfrm>
              <a:custGeom>
                <a:avLst/>
                <a:gdLst>
                  <a:gd name="connsiteX0" fmla="*/ 36991 w 61280"/>
                  <a:gd name="connsiteY0" fmla="*/ 40938 h 97411"/>
                  <a:gd name="connsiteX1" fmla="*/ 18926 w 61280"/>
                  <a:gd name="connsiteY1" fmla="*/ 25453 h 97411"/>
                  <a:gd name="connsiteX2" fmla="*/ 34511 w 61280"/>
                  <a:gd name="connsiteY2" fmla="*/ 14068 h 97411"/>
                  <a:gd name="connsiteX3" fmla="*/ 53336 w 61280"/>
                  <a:gd name="connsiteY3" fmla="*/ 18571 h 97411"/>
                  <a:gd name="connsiteX4" fmla="*/ 57485 w 61280"/>
                  <a:gd name="connsiteY4" fmla="*/ 4655 h 97411"/>
                  <a:gd name="connsiteX5" fmla="*/ 34866 w 61280"/>
                  <a:gd name="connsiteY5" fmla="*/ 0 h 97411"/>
                  <a:gd name="connsiteX6" fmla="*/ 1518 w 61280"/>
                  <a:gd name="connsiteY6" fmla="*/ 27123 h 97411"/>
                  <a:gd name="connsiteX7" fmla="*/ 27073 w 61280"/>
                  <a:gd name="connsiteY7" fmla="*/ 54550 h 97411"/>
                  <a:gd name="connsiteX8" fmla="*/ 43772 w 61280"/>
                  <a:gd name="connsiteY8" fmla="*/ 70237 h 97411"/>
                  <a:gd name="connsiteX9" fmla="*/ 26617 w 61280"/>
                  <a:gd name="connsiteY9" fmla="*/ 83141 h 97411"/>
                  <a:gd name="connsiteX10" fmla="*/ 3846 w 61280"/>
                  <a:gd name="connsiteY10" fmla="*/ 77119 h 97411"/>
                  <a:gd name="connsiteX11" fmla="*/ 0 w 61280"/>
                  <a:gd name="connsiteY11" fmla="*/ 91389 h 97411"/>
                  <a:gd name="connsiteX12" fmla="*/ 25504 w 61280"/>
                  <a:gd name="connsiteY12" fmla="*/ 97411 h 97411"/>
                  <a:gd name="connsiteX13" fmla="*/ 61280 w 61280"/>
                  <a:gd name="connsiteY13" fmla="*/ 69023 h 97411"/>
                  <a:gd name="connsiteX14" fmla="*/ 37042 w 61280"/>
                  <a:gd name="connsiteY14" fmla="*/ 40938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36991" y="40938"/>
                    </a:moveTo>
                    <a:cubicBezTo>
                      <a:pt x="24391" y="36131"/>
                      <a:pt x="18926" y="32740"/>
                      <a:pt x="18926" y="25453"/>
                    </a:cubicBezTo>
                    <a:cubicBezTo>
                      <a:pt x="18926" y="19887"/>
                      <a:pt x="23581" y="14068"/>
                      <a:pt x="34511" y="14068"/>
                    </a:cubicBezTo>
                    <a:cubicBezTo>
                      <a:pt x="43367" y="14068"/>
                      <a:pt x="49945" y="16750"/>
                      <a:pt x="53336" y="18571"/>
                    </a:cubicBezTo>
                    <a:lnTo>
                      <a:pt x="57485" y="4655"/>
                    </a:lnTo>
                    <a:cubicBezTo>
                      <a:pt x="52577" y="2176"/>
                      <a:pt x="45087" y="0"/>
                      <a:pt x="34866" y="0"/>
                    </a:cubicBezTo>
                    <a:cubicBezTo>
                      <a:pt x="14422" y="0"/>
                      <a:pt x="1518" y="11639"/>
                      <a:pt x="1518" y="27123"/>
                    </a:cubicBezTo>
                    <a:cubicBezTo>
                      <a:pt x="1518" y="40685"/>
                      <a:pt x="11487" y="49035"/>
                      <a:pt x="27073" y="54550"/>
                    </a:cubicBezTo>
                    <a:cubicBezTo>
                      <a:pt x="39015" y="58902"/>
                      <a:pt x="43772" y="63102"/>
                      <a:pt x="43772" y="70237"/>
                    </a:cubicBezTo>
                    <a:cubicBezTo>
                      <a:pt x="43772" y="77980"/>
                      <a:pt x="37598" y="83141"/>
                      <a:pt x="26617" y="83141"/>
                    </a:cubicBez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2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0427276-DE0E-A290-1759-A8E326F3FA13}"/>
                  </a:ext>
                </a:extLst>
              </p:cNvPr>
              <p:cNvSpPr/>
              <p:nvPr/>
            </p:nvSpPr>
            <p:spPr>
              <a:xfrm>
                <a:off x="761426" y="2711313"/>
                <a:ext cx="56979" cy="94425"/>
              </a:xfrm>
              <a:custGeom>
                <a:avLst/>
                <a:gdLst>
                  <a:gd name="connsiteX0" fmla="*/ 17256 w 56979"/>
                  <a:gd name="connsiteY0" fmla="*/ 52526 h 94425"/>
                  <a:gd name="connsiteX1" fmla="*/ 52779 w 56979"/>
                  <a:gd name="connsiteY1" fmla="*/ 52526 h 94425"/>
                  <a:gd name="connsiteX2" fmla="*/ 52779 w 56979"/>
                  <a:gd name="connsiteY2" fmla="*/ 38458 h 94425"/>
                  <a:gd name="connsiteX3" fmla="*/ 17256 w 56979"/>
                  <a:gd name="connsiteY3" fmla="*/ 38458 h 94425"/>
                  <a:gd name="connsiteX4" fmla="*/ 17256 w 56979"/>
                  <a:gd name="connsiteY4" fmla="*/ 14219 h 94425"/>
                  <a:gd name="connsiteX5" fmla="*/ 54905 w 56979"/>
                  <a:gd name="connsiteY5" fmla="*/ 14219 h 94425"/>
                  <a:gd name="connsiteX6" fmla="*/ 54905 w 56979"/>
                  <a:gd name="connsiteY6" fmla="*/ 0 h 94425"/>
                  <a:gd name="connsiteX7" fmla="*/ 0 w 56979"/>
                  <a:gd name="connsiteY7" fmla="*/ 0 h 94425"/>
                  <a:gd name="connsiteX8" fmla="*/ 0 w 56979"/>
                  <a:gd name="connsiteY8" fmla="*/ 94426 h 94425"/>
                  <a:gd name="connsiteX9" fmla="*/ 56979 w 56979"/>
                  <a:gd name="connsiteY9" fmla="*/ 94426 h 94425"/>
                  <a:gd name="connsiteX10" fmla="*/ 56979 w 56979"/>
                  <a:gd name="connsiteY10" fmla="*/ 80257 h 94425"/>
                  <a:gd name="connsiteX11" fmla="*/ 17256 w 56979"/>
                  <a:gd name="connsiteY11" fmla="*/ 80257 h 94425"/>
                  <a:gd name="connsiteX12" fmla="*/ 17256 w 56979"/>
                  <a:gd name="connsiteY12" fmla="*/ 525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979" h="94425">
                    <a:moveTo>
                      <a:pt x="17256" y="52526"/>
                    </a:moveTo>
                    <a:lnTo>
                      <a:pt x="52779" y="52526"/>
                    </a:lnTo>
                    <a:lnTo>
                      <a:pt x="52779" y="38458"/>
                    </a:lnTo>
                    <a:lnTo>
                      <a:pt x="17256" y="38458"/>
                    </a:lnTo>
                    <a:lnTo>
                      <a:pt x="17256" y="14219"/>
                    </a:lnTo>
                    <a:lnTo>
                      <a:pt x="54905" y="14219"/>
                    </a:lnTo>
                    <a:lnTo>
                      <a:pt x="54905" y="0"/>
                    </a:lnTo>
                    <a:lnTo>
                      <a:pt x="0" y="0"/>
                    </a:lnTo>
                    <a:lnTo>
                      <a:pt x="0" y="94426"/>
                    </a:lnTo>
                    <a:lnTo>
                      <a:pt x="56979" y="94426"/>
                    </a:lnTo>
                    <a:lnTo>
                      <a:pt x="56979" y="80257"/>
                    </a:lnTo>
                    <a:lnTo>
                      <a:pt x="17256" y="80257"/>
                    </a:lnTo>
                    <a:lnTo>
                      <a:pt x="17256" y="525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A67AF08C-35C0-0D88-F4BB-1BE3CCDBD9A4}"/>
                  </a:ext>
                </a:extLst>
              </p:cNvPr>
              <p:cNvSpPr/>
              <p:nvPr/>
            </p:nvSpPr>
            <p:spPr>
              <a:xfrm>
                <a:off x="1184874" y="2709846"/>
                <a:ext cx="61280" cy="97411"/>
              </a:xfrm>
              <a:custGeom>
                <a:avLst/>
                <a:gdLst>
                  <a:gd name="connsiteX0" fmla="*/ 36991 w 61280"/>
                  <a:gd name="connsiteY0" fmla="*/ 40938 h 97411"/>
                  <a:gd name="connsiteX1" fmla="*/ 18926 w 61280"/>
                  <a:gd name="connsiteY1" fmla="*/ 25453 h 97411"/>
                  <a:gd name="connsiteX2" fmla="*/ 34511 w 61280"/>
                  <a:gd name="connsiteY2" fmla="*/ 14068 h 97411"/>
                  <a:gd name="connsiteX3" fmla="*/ 53336 w 61280"/>
                  <a:gd name="connsiteY3" fmla="*/ 18571 h 97411"/>
                  <a:gd name="connsiteX4" fmla="*/ 57485 w 61280"/>
                  <a:gd name="connsiteY4" fmla="*/ 4655 h 97411"/>
                  <a:gd name="connsiteX5" fmla="*/ 34866 w 61280"/>
                  <a:gd name="connsiteY5" fmla="*/ 0 h 97411"/>
                  <a:gd name="connsiteX6" fmla="*/ 1518 w 61280"/>
                  <a:gd name="connsiteY6" fmla="*/ 27123 h 97411"/>
                  <a:gd name="connsiteX7" fmla="*/ 27073 w 61280"/>
                  <a:gd name="connsiteY7" fmla="*/ 54550 h 97411"/>
                  <a:gd name="connsiteX8" fmla="*/ 43772 w 61280"/>
                  <a:gd name="connsiteY8" fmla="*/ 70237 h 97411"/>
                  <a:gd name="connsiteX9" fmla="*/ 26617 w 61280"/>
                  <a:gd name="connsiteY9" fmla="*/ 83141 h 97411"/>
                  <a:gd name="connsiteX10" fmla="*/ 3846 w 61280"/>
                  <a:gd name="connsiteY10" fmla="*/ 77119 h 97411"/>
                  <a:gd name="connsiteX11" fmla="*/ 0 w 61280"/>
                  <a:gd name="connsiteY11" fmla="*/ 91389 h 97411"/>
                  <a:gd name="connsiteX12" fmla="*/ 25504 w 61280"/>
                  <a:gd name="connsiteY12" fmla="*/ 97411 h 97411"/>
                  <a:gd name="connsiteX13" fmla="*/ 61280 w 61280"/>
                  <a:gd name="connsiteY13" fmla="*/ 69023 h 97411"/>
                  <a:gd name="connsiteX14" fmla="*/ 37042 w 61280"/>
                  <a:gd name="connsiteY14" fmla="*/ 40938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36991" y="40938"/>
                    </a:moveTo>
                    <a:cubicBezTo>
                      <a:pt x="24391" y="36131"/>
                      <a:pt x="18926" y="32740"/>
                      <a:pt x="18926" y="25453"/>
                    </a:cubicBezTo>
                    <a:cubicBezTo>
                      <a:pt x="18926" y="19887"/>
                      <a:pt x="23581" y="14068"/>
                      <a:pt x="34511" y="14068"/>
                    </a:cubicBezTo>
                    <a:cubicBezTo>
                      <a:pt x="43367" y="14068"/>
                      <a:pt x="49945" y="16750"/>
                      <a:pt x="53336" y="18571"/>
                    </a:cubicBezTo>
                    <a:lnTo>
                      <a:pt x="57485" y="4655"/>
                    </a:lnTo>
                    <a:cubicBezTo>
                      <a:pt x="52577" y="2176"/>
                      <a:pt x="45087" y="0"/>
                      <a:pt x="34866" y="0"/>
                    </a:cubicBezTo>
                    <a:cubicBezTo>
                      <a:pt x="14422" y="0"/>
                      <a:pt x="1518" y="11639"/>
                      <a:pt x="1518" y="27123"/>
                    </a:cubicBezTo>
                    <a:cubicBezTo>
                      <a:pt x="1518" y="40685"/>
                      <a:pt x="11487" y="49035"/>
                      <a:pt x="27073" y="54550"/>
                    </a:cubicBezTo>
                    <a:cubicBezTo>
                      <a:pt x="39015" y="58902"/>
                      <a:pt x="43772" y="63102"/>
                      <a:pt x="43772" y="70237"/>
                    </a:cubicBezTo>
                    <a:cubicBezTo>
                      <a:pt x="43772" y="77980"/>
                      <a:pt x="37598" y="83141"/>
                      <a:pt x="26617" y="83141"/>
                    </a:cubicBez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2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aphic 8">
            <a:extLst>
              <a:ext uri="{FF2B5EF4-FFF2-40B4-BE49-F238E27FC236}">
                <a16:creationId xmlns:a16="http://schemas.microsoft.com/office/drawing/2014/main" id="{6C770C69-DE84-1F74-AA6E-B59CDCD8A3E0}"/>
              </a:ext>
            </a:extLst>
          </p:cNvPr>
          <p:cNvGrpSpPr/>
          <p:nvPr userDrawn="1"/>
        </p:nvGrpSpPr>
        <p:grpSpPr>
          <a:xfrm>
            <a:off x="4572000" y="148026"/>
            <a:ext cx="517546" cy="460551"/>
            <a:chOff x="8599610" y="2333965"/>
            <a:chExt cx="542618" cy="474759"/>
          </a:xfrm>
          <a:solidFill>
            <a:schemeClr val="bg1"/>
          </a:solidFill>
        </p:grpSpPr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25C0C70-AF0E-1D9C-A526-60525F7B7A25}"/>
                </a:ext>
              </a:extLst>
            </p:cNvPr>
            <p:cNvSpPr/>
            <p:nvPr/>
          </p:nvSpPr>
          <p:spPr>
            <a:xfrm>
              <a:off x="8599610" y="2673513"/>
              <a:ext cx="130657" cy="135211"/>
            </a:xfrm>
            <a:custGeom>
              <a:avLst/>
              <a:gdLst>
                <a:gd name="connsiteX0" fmla="*/ 0 w 130657"/>
                <a:gd name="connsiteY0" fmla="*/ 0 h 135211"/>
                <a:gd name="connsiteX1" fmla="*/ 130657 w 130657"/>
                <a:gd name="connsiteY1" fmla="*/ 0 h 135211"/>
                <a:gd name="connsiteX2" fmla="*/ 130657 w 130657"/>
                <a:gd name="connsiteY2" fmla="*/ 39723 h 135211"/>
                <a:gd name="connsiteX3" fmla="*/ 93160 w 130657"/>
                <a:gd name="connsiteY3" fmla="*/ 39723 h 135211"/>
                <a:gd name="connsiteX4" fmla="*/ 93160 w 130657"/>
                <a:gd name="connsiteY4" fmla="*/ 135212 h 135211"/>
                <a:gd name="connsiteX5" fmla="*/ 38711 w 130657"/>
                <a:gd name="connsiteY5" fmla="*/ 135212 h 135211"/>
                <a:gd name="connsiteX6" fmla="*/ 38711 w 130657"/>
                <a:gd name="connsiteY6" fmla="*/ 39723 h 135211"/>
                <a:gd name="connsiteX7" fmla="*/ 0 w 130657"/>
                <a:gd name="connsiteY7" fmla="*/ 39723 h 135211"/>
                <a:gd name="connsiteX8" fmla="*/ 0 w 130657"/>
                <a:gd name="connsiteY8" fmla="*/ 0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657" h="135211">
                  <a:moveTo>
                    <a:pt x="0" y="0"/>
                  </a:moveTo>
                  <a:lnTo>
                    <a:pt x="130657" y="0"/>
                  </a:lnTo>
                  <a:lnTo>
                    <a:pt x="130657" y="39723"/>
                  </a:lnTo>
                  <a:lnTo>
                    <a:pt x="93160" y="39723"/>
                  </a:lnTo>
                  <a:lnTo>
                    <a:pt x="93160" y="135212"/>
                  </a:lnTo>
                  <a:lnTo>
                    <a:pt x="38711" y="135212"/>
                  </a:lnTo>
                  <a:lnTo>
                    <a:pt x="38711" y="39723"/>
                  </a:lnTo>
                  <a:lnTo>
                    <a:pt x="0" y="39723"/>
                  </a:lnTo>
                  <a:lnTo>
                    <a:pt x="0" y="0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68946C1-7514-3A96-4FAC-6248819F10FD}"/>
                </a:ext>
              </a:extLst>
            </p:cNvPr>
            <p:cNvSpPr/>
            <p:nvPr/>
          </p:nvSpPr>
          <p:spPr>
            <a:xfrm>
              <a:off x="8716605" y="2673513"/>
              <a:ext cx="160563" cy="135211"/>
            </a:xfrm>
            <a:custGeom>
              <a:avLst/>
              <a:gdLst>
                <a:gd name="connsiteX0" fmla="*/ 79801 w 160563"/>
                <a:gd name="connsiteY0" fmla="*/ 54651 h 135211"/>
                <a:gd name="connsiteX1" fmla="*/ 52324 w 160563"/>
                <a:gd name="connsiteY1" fmla="*/ 135212 h 135211"/>
                <a:gd name="connsiteX2" fmla="*/ 0 w 160563"/>
                <a:gd name="connsiteY2" fmla="*/ 135212 h 135211"/>
                <a:gd name="connsiteX3" fmla="*/ 51312 w 160563"/>
                <a:gd name="connsiteY3" fmla="*/ 0 h 135211"/>
                <a:gd name="connsiteX4" fmla="*/ 108088 w 160563"/>
                <a:gd name="connsiteY4" fmla="*/ 0 h 135211"/>
                <a:gd name="connsiteX5" fmla="*/ 160564 w 160563"/>
                <a:gd name="connsiteY5" fmla="*/ 135212 h 135211"/>
                <a:gd name="connsiteX6" fmla="*/ 107633 w 160563"/>
                <a:gd name="connsiteY6" fmla="*/ 135212 h 135211"/>
                <a:gd name="connsiteX7" fmla="*/ 79801 w 160563"/>
                <a:gd name="connsiteY7" fmla="*/ 54651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0563" h="135211">
                  <a:moveTo>
                    <a:pt x="79801" y="54651"/>
                  </a:moveTo>
                  <a:lnTo>
                    <a:pt x="52324" y="135212"/>
                  </a:lnTo>
                  <a:lnTo>
                    <a:pt x="0" y="135212"/>
                  </a:lnTo>
                  <a:lnTo>
                    <a:pt x="51312" y="0"/>
                  </a:lnTo>
                  <a:lnTo>
                    <a:pt x="108088" y="0"/>
                  </a:lnTo>
                  <a:lnTo>
                    <a:pt x="160564" y="135212"/>
                  </a:lnTo>
                  <a:lnTo>
                    <a:pt x="107633" y="135212"/>
                  </a:lnTo>
                  <a:lnTo>
                    <a:pt x="79801" y="54651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44B4E24-DFE2-06D7-A7CC-858DBBC89ABF}"/>
                </a:ext>
              </a:extLst>
            </p:cNvPr>
            <p:cNvSpPr/>
            <p:nvPr/>
          </p:nvSpPr>
          <p:spPr>
            <a:xfrm>
              <a:off x="8864670" y="2673513"/>
              <a:ext cx="130657" cy="135211"/>
            </a:xfrm>
            <a:custGeom>
              <a:avLst/>
              <a:gdLst>
                <a:gd name="connsiteX0" fmla="*/ 0 w 130657"/>
                <a:gd name="connsiteY0" fmla="*/ 0 h 135211"/>
                <a:gd name="connsiteX1" fmla="*/ 130657 w 130657"/>
                <a:gd name="connsiteY1" fmla="*/ 0 h 135211"/>
                <a:gd name="connsiteX2" fmla="*/ 130657 w 130657"/>
                <a:gd name="connsiteY2" fmla="*/ 39723 h 135211"/>
                <a:gd name="connsiteX3" fmla="*/ 93211 w 130657"/>
                <a:gd name="connsiteY3" fmla="*/ 39723 h 135211"/>
                <a:gd name="connsiteX4" fmla="*/ 93211 w 130657"/>
                <a:gd name="connsiteY4" fmla="*/ 135212 h 135211"/>
                <a:gd name="connsiteX5" fmla="*/ 38762 w 130657"/>
                <a:gd name="connsiteY5" fmla="*/ 135212 h 135211"/>
                <a:gd name="connsiteX6" fmla="*/ 38762 w 130657"/>
                <a:gd name="connsiteY6" fmla="*/ 39723 h 135211"/>
                <a:gd name="connsiteX7" fmla="*/ 0 w 130657"/>
                <a:gd name="connsiteY7" fmla="*/ 39723 h 135211"/>
                <a:gd name="connsiteX8" fmla="*/ 0 w 130657"/>
                <a:gd name="connsiteY8" fmla="*/ 0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657" h="135211">
                  <a:moveTo>
                    <a:pt x="0" y="0"/>
                  </a:moveTo>
                  <a:lnTo>
                    <a:pt x="130657" y="0"/>
                  </a:lnTo>
                  <a:lnTo>
                    <a:pt x="130657" y="39723"/>
                  </a:lnTo>
                  <a:lnTo>
                    <a:pt x="93211" y="39723"/>
                  </a:lnTo>
                  <a:lnTo>
                    <a:pt x="93211" y="135212"/>
                  </a:lnTo>
                  <a:lnTo>
                    <a:pt x="38762" y="135212"/>
                  </a:lnTo>
                  <a:lnTo>
                    <a:pt x="38762" y="39723"/>
                  </a:lnTo>
                  <a:lnTo>
                    <a:pt x="0" y="39723"/>
                  </a:lnTo>
                  <a:lnTo>
                    <a:pt x="0" y="0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8B578E0-AB2D-2A9A-8118-AADF52022754}"/>
                </a:ext>
              </a:extLst>
            </p:cNvPr>
            <p:cNvSpPr/>
            <p:nvPr/>
          </p:nvSpPr>
          <p:spPr>
            <a:xfrm>
              <a:off x="8981715" y="2673513"/>
              <a:ext cx="160513" cy="135211"/>
            </a:xfrm>
            <a:custGeom>
              <a:avLst/>
              <a:gdLst>
                <a:gd name="connsiteX0" fmla="*/ 79750 w 160513"/>
                <a:gd name="connsiteY0" fmla="*/ 54651 h 135211"/>
                <a:gd name="connsiteX1" fmla="*/ 52273 w 160513"/>
                <a:gd name="connsiteY1" fmla="*/ 135212 h 135211"/>
                <a:gd name="connsiteX2" fmla="*/ 0 w 160513"/>
                <a:gd name="connsiteY2" fmla="*/ 135212 h 135211"/>
                <a:gd name="connsiteX3" fmla="*/ 51261 w 160513"/>
                <a:gd name="connsiteY3" fmla="*/ 0 h 135211"/>
                <a:gd name="connsiteX4" fmla="*/ 108038 w 160513"/>
                <a:gd name="connsiteY4" fmla="*/ 0 h 135211"/>
                <a:gd name="connsiteX5" fmla="*/ 160513 w 160513"/>
                <a:gd name="connsiteY5" fmla="*/ 135212 h 135211"/>
                <a:gd name="connsiteX6" fmla="*/ 107633 w 160513"/>
                <a:gd name="connsiteY6" fmla="*/ 135212 h 135211"/>
                <a:gd name="connsiteX7" fmla="*/ 79750 w 160513"/>
                <a:gd name="connsiteY7" fmla="*/ 54651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0513" h="135211">
                  <a:moveTo>
                    <a:pt x="79750" y="54651"/>
                  </a:moveTo>
                  <a:lnTo>
                    <a:pt x="52273" y="135212"/>
                  </a:lnTo>
                  <a:lnTo>
                    <a:pt x="0" y="135212"/>
                  </a:lnTo>
                  <a:lnTo>
                    <a:pt x="51261" y="0"/>
                  </a:lnTo>
                  <a:lnTo>
                    <a:pt x="108038" y="0"/>
                  </a:lnTo>
                  <a:lnTo>
                    <a:pt x="160513" y="135212"/>
                  </a:lnTo>
                  <a:lnTo>
                    <a:pt x="107633" y="135212"/>
                  </a:lnTo>
                  <a:lnTo>
                    <a:pt x="79750" y="54651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0F6D7EF-76EB-915D-1086-2E6EF409AB35}"/>
                </a:ext>
              </a:extLst>
            </p:cNvPr>
            <p:cNvSpPr/>
            <p:nvPr/>
          </p:nvSpPr>
          <p:spPr>
            <a:xfrm>
              <a:off x="8678855" y="2333965"/>
              <a:ext cx="384685" cy="271536"/>
            </a:xfrm>
            <a:custGeom>
              <a:avLst/>
              <a:gdLst>
                <a:gd name="connsiteX0" fmla="*/ 384584 w 384685"/>
                <a:gd name="connsiteY0" fmla="*/ 91086 h 271536"/>
                <a:gd name="connsiteX1" fmla="*/ 365305 w 384685"/>
                <a:gd name="connsiteY1" fmla="*/ 63709 h 271536"/>
                <a:gd name="connsiteX2" fmla="*/ 292032 w 384685"/>
                <a:gd name="connsiteY2" fmla="*/ 17104 h 271536"/>
                <a:gd name="connsiteX3" fmla="*/ 192292 w 384685"/>
                <a:gd name="connsiteY3" fmla="*/ 0 h 271536"/>
                <a:gd name="connsiteX4" fmla="*/ 92553 w 384685"/>
                <a:gd name="connsiteY4" fmla="*/ 17104 h 271536"/>
                <a:gd name="connsiteX5" fmla="*/ 19280 w 384685"/>
                <a:gd name="connsiteY5" fmla="*/ 63709 h 271536"/>
                <a:gd name="connsiteX6" fmla="*/ 0 w 384685"/>
                <a:gd name="connsiteY6" fmla="*/ 91136 h 271536"/>
                <a:gd name="connsiteX7" fmla="*/ 167800 w 384685"/>
                <a:gd name="connsiteY7" fmla="*/ 67909 h 271536"/>
                <a:gd name="connsiteX8" fmla="*/ 180603 w 384685"/>
                <a:gd name="connsiteY8" fmla="*/ 73122 h 271536"/>
                <a:gd name="connsiteX9" fmla="*/ 183589 w 384685"/>
                <a:gd name="connsiteY9" fmla="*/ 98879 h 271536"/>
                <a:gd name="connsiteX10" fmla="*/ 181818 w 384685"/>
                <a:gd name="connsiteY10" fmla="*/ 271334 h 271536"/>
                <a:gd name="connsiteX11" fmla="*/ 192343 w 384685"/>
                <a:gd name="connsiteY11" fmla="*/ 271537 h 271536"/>
                <a:gd name="connsiteX12" fmla="*/ 202919 w 384685"/>
                <a:gd name="connsiteY12" fmla="*/ 271334 h 271536"/>
                <a:gd name="connsiteX13" fmla="*/ 201148 w 384685"/>
                <a:gd name="connsiteY13" fmla="*/ 98879 h 271536"/>
                <a:gd name="connsiteX14" fmla="*/ 204134 w 384685"/>
                <a:gd name="connsiteY14" fmla="*/ 73122 h 271536"/>
                <a:gd name="connsiteX15" fmla="*/ 216936 w 384685"/>
                <a:gd name="connsiteY15" fmla="*/ 67909 h 271536"/>
                <a:gd name="connsiteX16" fmla="*/ 384686 w 384685"/>
                <a:gd name="connsiteY16" fmla="*/ 91086 h 27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4685" h="271536">
                  <a:moveTo>
                    <a:pt x="384584" y="91086"/>
                  </a:moveTo>
                  <a:cubicBezTo>
                    <a:pt x="379727" y="81522"/>
                    <a:pt x="373249" y="72312"/>
                    <a:pt x="365305" y="63709"/>
                  </a:cubicBezTo>
                  <a:cubicBezTo>
                    <a:pt x="347341" y="44328"/>
                    <a:pt x="321988" y="28237"/>
                    <a:pt x="292032" y="17104"/>
                  </a:cubicBezTo>
                  <a:cubicBezTo>
                    <a:pt x="261821" y="5870"/>
                    <a:pt x="227310" y="0"/>
                    <a:pt x="192292" y="0"/>
                  </a:cubicBezTo>
                  <a:cubicBezTo>
                    <a:pt x="157275" y="0"/>
                    <a:pt x="122763" y="5921"/>
                    <a:pt x="92553" y="17104"/>
                  </a:cubicBezTo>
                  <a:cubicBezTo>
                    <a:pt x="62545" y="28237"/>
                    <a:pt x="37194" y="44328"/>
                    <a:pt x="19280" y="63709"/>
                  </a:cubicBezTo>
                  <a:cubicBezTo>
                    <a:pt x="11285" y="72363"/>
                    <a:pt x="4858" y="81522"/>
                    <a:pt x="0" y="91136"/>
                  </a:cubicBezTo>
                  <a:cubicBezTo>
                    <a:pt x="39015" y="81724"/>
                    <a:pt x="105811" y="69225"/>
                    <a:pt x="167800" y="67909"/>
                  </a:cubicBezTo>
                  <a:cubicBezTo>
                    <a:pt x="173772" y="67758"/>
                    <a:pt x="177921" y="69681"/>
                    <a:pt x="180603" y="73122"/>
                  </a:cubicBezTo>
                  <a:cubicBezTo>
                    <a:pt x="183893" y="77271"/>
                    <a:pt x="183639" y="92199"/>
                    <a:pt x="183589" y="98879"/>
                  </a:cubicBezTo>
                  <a:lnTo>
                    <a:pt x="181818" y="271334"/>
                  </a:lnTo>
                  <a:cubicBezTo>
                    <a:pt x="185309" y="271436"/>
                    <a:pt x="188801" y="271537"/>
                    <a:pt x="192343" y="271537"/>
                  </a:cubicBezTo>
                  <a:cubicBezTo>
                    <a:pt x="195885" y="271537"/>
                    <a:pt x="199427" y="271486"/>
                    <a:pt x="202919" y="271334"/>
                  </a:cubicBezTo>
                  <a:lnTo>
                    <a:pt x="201148" y="98879"/>
                  </a:lnTo>
                  <a:cubicBezTo>
                    <a:pt x="201047" y="92199"/>
                    <a:pt x="200794" y="77271"/>
                    <a:pt x="204134" y="73122"/>
                  </a:cubicBezTo>
                  <a:cubicBezTo>
                    <a:pt x="206866" y="69681"/>
                    <a:pt x="210965" y="67758"/>
                    <a:pt x="216936" y="67909"/>
                  </a:cubicBezTo>
                  <a:cubicBezTo>
                    <a:pt x="278925" y="69225"/>
                    <a:pt x="345671" y="81674"/>
                    <a:pt x="384686" y="910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983BDDE9-B2AC-9608-956A-3AB624EB53E9}"/>
                </a:ext>
              </a:extLst>
            </p:cNvPr>
            <p:cNvSpPr/>
            <p:nvPr/>
          </p:nvSpPr>
          <p:spPr>
            <a:xfrm>
              <a:off x="8907519" y="2429876"/>
              <a:ext cx="166901" cy="168288"/>
            </a:xfrm>
            <a:custGeom>
              <a:avLst/>
              <a:gdLst>
                <a:gd name="connsiteX0" fmla="*/ 164219 w 166901"/>
                <a:gd name="connsiteY0" fmla="*/ 17592 h 168288"/>
                <a:gd name="connsiteX1" fmla="*/ 31284 w 166901"/>
                <a:gd name="connsiteY1" fmla="*/ 184 h 168288"/>
                <a:gd name="connsiteX2" fmla="*/ 1328 w 166901"/>
                <a:gd name="connsiteY2" fmla="*/ 32469 h 168288"/>
                <a:gd name="connsiteX3" fmla="*/ 2137 w 166901"/>
                <a:gd name="connsiteY3" fmla="*/ 37530 h 168288"/>
                <a:gd name="connsiteX4" fmla="*/ 29210 w 166901"/>
                <a:gd name="connsiteY4" fmla="*/ 168288 h 168288"/>
                <a:gd name="connsiteX5" fmla="*/ 166901 w 166901"/>
                <a:gd name="connsiteY5" fmla="*/ 39807 h 168288"/>
                <a:gd name="connsiteX6" fmla="*/ 164219 w 166901"/>
                <a:gd name="connsiteY6" fmla="*/ 17592 h 16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901" h="168288">
                  <a:moveTo>
                    <a:pt x="164219" y="17592"/>
                  </a:moveTo>
                  <a:cubicBezTo>
                    <a:pt x="107089" y="4688"/>
                    <a:pt x="68934" y="2310"/>
                    <a:pt x="31284" y="184"/>
                  </a:cubicBezTo>
                  <a:cubicBezTo>
                    <a:pt x="-1506" y="-1637"/>
                    <a:pt x="-1962" y="10103"/>
                    <a:pt x="1328" y="32469"/>
                  </a:cubicBezTo>
                  <a:cubicBezTo>
                    <a:pt x="1530" y="33836"/>
                    <a:pt x="1783" y="35556"/>
                    <a:pt x="2137" y="37530"/>
                  </a:cubicBezTo>
                  <a:cubicBezTo>
                    <a:pt x="13118" y="102706"/>
                    <a:pt x="26831" y="158775"/>
                    <a:pt x="29210" y="168288"/>
                  </a:cubicBezTo>
                  <a:cubicBezTo>
                    <a:pt x="109213" y="150020"/>
                    <a:pt x="166901" y="99316"/>
                    <a:pt x="166901" y="39807"/>
                  </a:cubicBezTo>
                  <a:cubicBezTo>
                    <a:pt x="166901" y="32317"/>
                    <a:pt x="165990" y="24879"/>
                    <a:pt x="164219" y="175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85EA6C3-A5D9-0900-EC32-B89C94021BD1}"/>
                </a:ext>
              </a:extLst>
            </p:cNvPr>
            <p:cNvSpPr/>
            <p:nvPr/>
          </p:nvSpPr>
          <p:spPr>
            <a:xfrm>
              <a:off x="8667823" y="2429927"/>
              <a:ext cx="166901" cy="168389"/>
            </a:xfrm>
            <a:custGeom>
              <a:avLst/>
              <a:gdLst>
                <a:gd name="connsiteX0" fmla="*/ 165574 w 166901"/>
                <a:gd name="connsiteY0" fmla="*/ 32469 h 168389"/>
                <a:gd name="connsiteX1" fmla="*/ 135616 w 166901"/>
                <a:gd name="connsiteY1" fmla="*/ 184 h 168389"/>
                <a:gd name="connsiteX2" fmla="*/ 2631 w 166901"/>
                <a:gd name="connsiteY2" fmla="*/ 17592 h 168389"/>
                <a:gd name="connsiteX3" fmla="*/ 0 w 166901"/>
                <a:gd name="connsiteY3" fmla="*/ 39807 h 168389"/>
                <a:gd name="connsiteX4" fmla="*/ 30261 w 166901"/>
                <a:gd name="connsiteY4" fmla="*/ 111815 h 168389"/>
                <a:gd name="connsiteX5" fmla="*/ 103534 w 166901"/>
                <a:gd name="connsiteY5" fmla="*/ 158421 h 168389"/>
                <a:gd name="connsiteX6" fmla="*/ 137640 w 166901"/>
                <a:gd name="connsiteY6" fmla="*/ 168389 h 168389"/>
                <a:gd name="connsiteX7" fmla="*/ 165017 w 166901"/>
                <a:gd name="connsiteY7" fmla="*/ 35860 h 168389"/>
                <a:gd name="connsiteX8" fmla="*/ 165523 w 166901"/>
                <a:gd name="connsiteY8" fmla="*/ 32469 h 16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901" h="168389">
                  <a:moveTo>
                    <a:pt x="165574" y="32469"/>
                  </a:moveTo>
                  <a:cubicBezTo>
                    <a:pt x="168863" y="10103"/>
                    <a:pt x="168408" y="-1637"/>
                    <a:pt x="135616" y="184"/>
                  </a:cubicBezTo>
                  <a:cubicBezTo>
                    <a:pt x="97968" y="2259"/>
                    <a:pt x="59813" y="4638"/>
                    <a:pt x="2631" y="17592"/>
                  </a:cubicBezTo>
                  <a:cubicBezTo>
                    <a:pt x="911" y="24879"/>
                    <a:pt x="0" y="32317"/>
                    <a:pt x="0" y="39807"/>
                  </a:cubicBezTo>
                  <a:cubicBezTo>
                    <a:pt x="0" y="65564"/>
                    <a:pt x="10475" y="90461"/>
                    <a:pt x="30261" y="111815"/>
                  </a:cubicBezTo>
                  <a:cubicBezTo>
                    <a:pt x="48225" y="131196"/>
                    <a:pt x="73577" y="147339"/>
                    <a:pt x="103534" y="158421"/>
                  </a:cubicBezTo>
                  <a:cubicBezTo>
                    <a:pt x="114414" y="162469"/>
                    <a:pt x="125850" y="165758"/>
                    <a:pt x="137640" y="168389"/>
                  </a:cubicBezTo>
                  <a:cubicBezTo>
                    <a:pt x="139867" y="159483"/>
                    <a:pt x="153885" y="102200"/>
                    <a:pt x="165017" y="35860"/>
                  </a:cubicBezTo>
                  <a:cubicBezTo>
                    <a:pt x="165220" y="34595"/>
                    <a:pt x="165371" y="33431"/>
                    <a:pt x="165523" y="324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6545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lines on a black background&#10;&#10;AI-generated content may be incorrect.">
            <a:extLst>
              <a:ext uri="{FF2B5EF4-FFF2-40B4-BE49-F238E27FC236}">
                <a16:creationId xmlns:a16="http://schemas.microsoft.com/office/drawing/2014/main" id="{98FB7FD0-B546-0D7F-5CA5-C2F03F82BA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FDCA02-8EB4-47A9-A509-2F2B8731F4E5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CA6F19-D3DF-4413-AE2E-B9826B478333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A1FE8A-07CC-43DC-98A3-0C47E8ED4E06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0DA33-8F02-4626-82E1-BCDA6726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1937528"/>
            <a:ext cx="5010466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825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3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3AAB46-C43B-B423-8639-CCCBA857F7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2" t="12459" r="17295" b="1029"/>
          <a:stretch>
            <a:fillRect/>
          </a:stretch>
        </p:blipFill>
        <p:spPr>
          <a:xfrm>
            <a:off x="2229131" y="0"/>
            <a:ext cx="6914869" cy="5143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FDCA02-8EB4-47A9-A509-2F2B8731F4E5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CA6F19-D3DF-4413-AE2E-B9826B478333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A1FE8A-07CC-43DC-98A3-0C47E8ED4E06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EECCFC5-6FF7-8044-C469-83596EB1B2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0DA33-8F02-4626-82E1-BCDA6726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1937528"/>
            <a:ext cx="5010466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292DE8-3C96-8673-86F5-9DF5A6867826}"/>
              </a:ext>
            </a:extLst>
          </p:cNvPr>
          <p:cNvGrpSpPr/>
          <p:nvPr userDrawn="1"/>
        </p:nvGrpSpPr>
        <p:grpSpPr>
          <a:xfrm>
            <a:off x="271464" y="249447"/>
            <a:ext cx="1503961" cy="359130"/>
            <a:chOff x="0" y="2427986"/>
            <a:chExt cx="1581147" cy="380839"/>
          </a:xfrm>
          <a:solidFill>
            <a:schemeClr val="bg1"/>
          </a:solidFill>
        </p:grpSpPr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E8833C2B-5612-3B03-3BAA-0B1EFD5B4F43}"/>
                </a:ext>
              </a:extLst>
            </p:cNvPr>
            <p:cNvGrpSpPr/>
            <p:nvPr/>
          </p:nvGrpSpPr>
          <p:grpSpPr>
            <a:xfrm>
              <a:off x="0" y="2428340"/>
              <a:ext cx="605264" cy="380485"/>
              <a:chOff x="0" y="2428340"/>
              <a:chExt cx="605264" cy="380485"/>
            </a:xfrm>
            <a:grpFill/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3B7658E8-1DAF-C3AD-3A22-9690B963B560}"/>
                  </a:ext>
                </a:extLst>
              </p:cNvPr>
              <p:cNvSpPr/>
              <p:nvPr/>
            </p:nvSpPr>
            <p:spPr>
              <a:xfrm>
                <a:off x="0" y="2428340"/>
                <a:ext cx="605264" cy="380485"/>
              </a:xfrm>
              <a:custGeom>
                <a:avLst/>
                <a:gdLst>
                  <a:gd name="connsiteX0" fmla="*/ 559165 w 605264"/>
                  <a:gd name="connsiteY0" fmla="*/ 219921 h 380485"/>
                  <a:gd name="connsiteX1" fmla="*/ 514179 w 605264"/>
                  <a:gd name="connsiteY1" fmla="*/ 188598 h 380485"/>
                  <a:gd name="connsiteX2" fmla="*/ 512459 w 605264"/>
                  <a:gd name="connsiteY2" fmla="*/ 187384 h 380485"/>
                  <a:gd name="connsiteX3" fmla="*/ 488928 w 605264"/>
                  <a:gd name="connsiteY3" fmla="*/ 150747 h 380485"/>
                  <a:gd name="connsiteX4" fmla="*/ 523490 w 605264"/>
                  <a:gd name="connsiteY4" fmla="*/ 122156 h 380485"/>
                  <a:gd name="connsiteX5" fmla="*/ 576725 w 605264"/>
                  <a:gd name="connsiteY5" fmla="*/ 134250 h 380485"/>
                  <a:gd name="connsiteX6" fmla="*/ 597017 w 605264"/>
                  <a:gd name="connsiteY6" fmla="*/ 113908 h 380485"/>
                  <a:gd name="connsiteX7" fmla="*/ 581077 w 605264"/>
                  <a:gd name="connsiteY7" fmla="*/ 92452 h 380485"/>
                  <a:gd name="connsiteX8" fmla="*/ 521820 w 605264"/>
                  <a:gd name="connsiteY8" fmla="*/ 80358 h 380485"/>
                  <a:gd name="connsiteX9" fmla="*/ 465297 w 605264"/>
                  <a:gd name="connsiteY9" fmla="*/ 97968 h 380485"/>
                  <a:gd name="connsiteX10" fmla="*/ 458111 w 605264"/>
                  <a:gd name="connsiteY10" fmla="*/ 111023 h 380485"/>
                  <a:gd name="connsiteX11" fmla="*/ 465297 w 605264"/>
                  <a:gd name="connsiteY11" fmla="*/ 97917 h 380485"/>
                  <a:gd name="connsiteX12" fmla="*/ 457048 w 605264"/>
                  <a:gd name="connsiteY12" fmla="*/ 105052 h 380485"/>
                  <a:gd name="connsiteX13" fmla="*/ 456846 w 605264"/>
                  <a:gd name="connsiteY13" fmla="*/ 105305 h 380485"/>
                  <a:gd name="connsiteX14" fmla="*/ 415908 w 605264"/>
                  <a:gd name="connsiteY14" fmla="*/ 184752 h 380485"/>
                  <a:gd name="connsiteX15" fmla="*/ 403308 w 605264"/>
                  <a:gd name="connsiteY15" fmla="*/ 226500 h 380485"/>
                  <a:gd name="connsiteX16" fmla="*/ 289703 w 605264"/>
                  <a:gd name="connsiteY16" fmla="*/ 335297 h 380485"/>
                  <a:gd name="connsiteX17" fmla="*/ 190369 w 605264"/>
                  <a:gd name="connsiteY17" fmla="*/ 230346 h 380485"/>
                  <a:gd name="connsiteX18" fmla="*/ 281050 w 605264"/>
                  <a:gd name="connsiteY18" fmla="*/ 124889 h 380485"/>
                  <a:gd name="connsiteX19" fmla="*/ 284188 w 605264"/>
                  <a:gd name="connsiteY19" fmla="*/ 124838 h 380485"/>
                  <a:gd name="connsiteX20" fmla="*/ 336866 w 605264"/>
                  <a:gd name="connsiteY20" fmla="*/ 136376 h 380485"/>
                  <a:gd name="connsiteX21" fmla="*/ 355538 w 605264"/>
                  <a:gd name="connsiteY21" fmla="*/ 140778 h 380485"/>
                  <a:gd name="connsiteX22" fmla="*/ 377500 w 605264"/>
                  <a:gd name="connsiteY22" fmla="*/ 118766 h 380485"/>
                  <a:gd name="connsiteX23" fmla="*/ 377500 w 605264"/>
                  <a:gd name="connsiteY23" fmla="*/ 118766 h 380485"/>
                  <a:gd name="connsiteX24" fmla="*/ 377500 w 605264"/>
                  <a:gd name="connsiteY24" fmla="*/ 118766 h 380485"/>
                  <a:gd name="connsiteX25" fmla="*/ 361054 w 605264"/>
                  <a:gd name="connsiteY25" fmla="*/ 96804 h 380485"/>
                  <a:gd name="connsiteX26" fmla="*/ 284238 w 605264"/>
                  <a:gd name="connsiteY26" fmla="*/ 80307 h 380485"/>
                  <a:gd name="connsiteX27" fmla="*/ 137742 w 605264"/>
                  <a:gd name="connsiteY27" fmla="*/ 231459 h 380485"/>
                  <a:gd name="connsiteX28" fmla="*/ 137742 w 605264"/>
                  <a:gd name="connsiteY28" fmla="*/ 231459 h 380485"/>
                  <a:gd name="connsiteX29" fmla="*/ 137742 w 605264"/>
                  <a:gd name="connsiteY29" fmla="*/ 231459 h 380485"/>
                  <a:gd name="connsiteX30" fmla="*/ 137742 w 605264"/>
                  <a:gd name="connsiteY30" fmla="*/ 231459 h 380485"/>
                  <a:gd name="connsiteX31" fmla="*/ 149786 w 605264"/>
                  <a:gd name="connsiteY31" fmla="*/ 295725 h 380485"/>
                  <a:gd name="connsiteX32" fmla="*/ 98221 w 605264"/>
                  <a:gd name="connsiteY32" fmla="*/ 333677 h 380485"/>
                  <a:gd name="connsiteX33" fmla="*/ 52678 w 605264"/>
                  <a:gd name="connsiteY33" fmla="*/ 281455 h 380485"/>
                  <a:gd name="connsiteX34" fmla="*/ 52678 w 605264"/>
                  <a:gd name="connsiteY34" fmla="*/ 126457 h 380485"/>
                  <a:gd name="connsiteX35" fmla="*/ 116893 w 605264"/>
                  <a:gd name="connsiteY35" fmla="*/ 126457 h 380485"/>
                  <a:gd name="connsiteX36" fmla="*/ 141588 w 605264"/>
                  <a:gd name="connsiteY36" fmla="*/ 105002 h 380485"/>
                  <a:gd name="connsiteX37" fmla="*/ 116893 w 605264"/>
                  <a:gd name="connsiteY37" fmla="*/ 83546 h 380485"/>
                  <a:gd name="connsiteX38" fmla="*/ 52678 w 605264"/>
                  <a:gd name="connsiteY38" fmla="*/ 83546 h 380485"/>
                  <a:gd name="connsiteX39" fmla="*/ 52678 w 605264"/>
                  <a:gd name="connsiteY39" fmla="*/ 27478 h 380485"/>
                  <a:gd name="connsiteX40" fmla="*/ 26314 w 605264"/>
                  <a:gd name="connsiteY40" fmla="*/ 0 h 380485"/>
                  <a:gd name="connsiteX41" fmla="*/ 0 w 605264"/>
                  <a:gd name="connsiteY41" fmla="*/ 27579 h 380485"/>
                  <a:gd name="connsiteX42" fmla="*/ 0 w 605264"/>
                  <a:gd name="connsiteY42" fmla="*/ 287527 h 380485"/>
                  <a:gd name="connsiteX43" fmla="*/ 93312 w 605264"/>
                  <a:gd name="connsiteY43" fmla="*/ 379878 h 380485"/>
                  <a:gd name="connsiteX44" fmla="*/ 129291 w 605264"/>
                  <a:gd name="connsiteY44" fmla="*/ 373856 h 380485"/>
                  <a:gd name="connsiteX45" fmla="*/ 129494 w 605264"/>
                  <a:gd name="connsiteY45" fmla="*/ 373856 h 380485"/>
                  <a:gd name="connsiteX46" fmla="*/ 175087 w 605264"/>
                  <a:gd name="connsiteY46" fmla="*/ 335702 h 380485"/>
                  <a:gd name="connsiteX47" fmla="*/ 288084 w 605264"/>
                  <a:gd name="connsiteY47" fmla="*/ 380435 h 380485"/>
                  <a:gd name="connsiteX48" fmla="*/ 354931 w 605264"/>
                  <a:gd name="connsiteY48" fmla="*/ 365102 h 380485"/>
                  <a:gd name="connsiteX49" fmla="*/ 354982 w 605264"/>
                  <a:gd name="connsiteY49" fmla="*/ 365102 h 380485"/>
                  <a:gd name="connsiteX50" fmla="*/ 443335 w 605264"/>
                  <a:gd name="connsiteY50" fmla="*/ 237025 h 380485"/>
                  <a:gd name="connsiteX51" fmla="*/ 454872 w 605264"/>
                  <a:gd name="connsiteY51" fmla="*/ 199124 h 380485"/>
                  <a:gd name="connsiteX52" fmla="*/ 454720 w 605264"/>
                  <a:gd name="connsiteY52" fmla="*/ 198921 h 380485"/>
                  <a:gd name="connsiteX53" fmla="*/ 487815 w 605264"/>
                  <a:gd name="connsiteY53" fmla="*/ 229334 h 380485"/>
                  <a:gd name="connsiteX54" fmla="*/ 528955 w 605264"/>
                  <a:gd name="connsiteY54" fmla="*/ 257924 h 380485"/>
                  <a:gd name="connsiteX55" fmla="*/ 545756 w 605264"/>
                  <a:gd name="connsiteY55" fmla="*/ 270676 h 380485"/>
                  <a:gd name="connsiteX56" fmla="*/ 555320 w 605264"/>
                  <a:gd name="connsiteY56" fmla="*/ 298053 h 380485"/>
                  <a:gd name="connsiteX57" fmla="*/ 509777 w 605264"/>
                  <a:gd name="connsiteY57" fmla="*/ 337624 h 380485"/>
                  <a:gd name="connsiteX58" fmla="*/ 449964 w 605264"/>
                  <a:gd name="connsiteY58" fmla="*/ 324417 h 380485"/>
                  <a:gd name="connsiteX59" fmla="*/ 429672 w 605264"/>
                  <a:gd name="connsiteY59" fmla="*/ 344760 h 380485"/>
                  <a:gd name="connsiteX60" fmla="*/ 445612 w 605264"/>
                  <a:gd name="connsiteY60" fmla="*/ 366215 h 380485"/>
                  <a:gd name="connsiteX61" fmla="*/ 510384 w 605264"/>
                  <a:gd name="connsiteY61" fmla="*/ 380485 h 380485"/>
                  <a:gd name="connsiteX62" fmla="*/ 580621 w 605264"/>
                  <a:gd name="connsiteY62" fmla="*/ 356297 h 380485"/>
                  <a:gd name="connsiteX63" fmla="*/ 584467 w 605264"/>
                  <a:gd name="connsiteY63" fmla="*/ 352299 h 380485"/>
                  <a:gd name="connsiteX64" fmla="*/ 605265 w 605264"/>
                  <a:gd name="connsiteY64" fmla="*/ 298053 h 380485"/>
                  <a:gd name="connsiteX65" fmla="*/ 559165 w 605264"/>
                  <a:gd name="connsiteY65" fmla="*/ 220023 h 380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605264" h="380485">
                    <a:moveTo>
                      <a:pt x="559165" y="219921"/>
                    </a:moveTo>
                    <a:lnTo>
                      <a:pt x="514179" y="188598"/>
                    </a:lnTo>
                    <a:cubicBezTo>
                      <a:pt x="513572" y="188193"/>
                      <a:pt x="513066" y="187788"/>
                      <a:pt x="512459" y="187384"/>
                    </a:cubicBezTo>
                    <a:cubicBezTo>
                      <a:pt x="496114" y="175239"/>
                      <a:pt x="488928" y="164005"/>
                      <a:pt x="488928" y="150747"/>
                    </a:cubicBezTo>
                    <a:cubicBezTo>
                      <a:pt x="488928" y="133188"/>
                      <a:pt x="503198" y="122156"/>
                      <a:pt x="523490" y="122156"/>
                    </a:cubicBezTo>
                    <a:cubicBezTo>
                      <a:pt x="549247" y="122156"/>
                      <a:pt x="561392" y="134250"/>
                      <a:pt x="576725" y="134250"/>
                    </a:cubicBezTo>
                    <a:cubicBezTo>
                      <a:pt x="588819" y="134250"/>
                      <a:pt x="597017" y="126002"/>
                      <a:pt x="597017" y="113908"/>
                    </a:cubicBezTo>
                    <a:cubicBezTo>
                      <a:pt x="597017" y="105103"/>
                      <a:pt x="592614" y="97968"/>
                      <a:pt x="581077" y="92452"/>
                    </a:cubicBezTo>
                    <a:cubicBezTo>
                      <a:pt x="562961" y="83647"/>
                      <a:pt x="543175" y="80358"/>
                      <a:pt x="521820" y="80358"/>
                    </a:cubicBezTo>
                    <a:cubicBezTo>
                      <a:pt x="499302" y="80358"/>
                      <a:pt x="479567" y="86936"/>
                      <a:pt x="465297" y="97968"/>
                    </a:cubicBezTo>
                    <a:cubicBezTo>
                      <a:pt x="461603" y="101510"/>
                      <a:pt x="459123" y="106064"/>
                      <a:pt x="458111" y="111023"/>
                    </a:cubicBezTo>
                    <a:cubicBezTo>
                      <a:pt x="459123" y="106064"/>
                      <a:pt x="461603" y="101459"/>
                      <a:pt x="465297" y="97917"/>
                    </a:cubicBezTo>
                    <a:cubicBezTo>
                      <a:pt x="462412" y="100144"/>
                      <a:pt x="459680" y="102522"/>
                      <a:pt x="457048" y="105052"/>
                    </a:cubicBezTo>
                    <a:cubicBezTo>
                      <a:pt x="456947" y="105153"/>
                      <a:pt x="456896" y="105255"/>
                      <a:pt x="456846" y="105305"/>
                    </a:cubicBezTo>
                    <a:cubicBezTo>
                      <a:pt x="440501" y="122865"/>
                      <a:pt x="426838" y="148622"/>
                      <a:pt x="415908" y="184752"/>
                    </a:cubicBezTo>
                    <a:lnTo>
                      <a:pt x="403308" y="226500"/>
                    </a:lnTo>
                    <a:cubicBezTo>
                      <a:pt x="380789" y="300128"/>
                      <a:pt x="345165" y="335297"/>
                      <a:pt x="289703" y="335297"/>
                    </a:cubicBezTo>
                    <a:cubicBezTo>
                      <a:pt x="228777" y="335297"/>
                      <a:pt x="190369" y="292992"/>
                      <a:pt x="190369" y="230346"/>
                    </a:cubicBezTo>
                    <a:cubicBezTo>
                      <a:pt x="190369" y="167699"/>
                      <a:pt x="227310" y="126508"/>
                      <a:pt x="281050" y="124889"/>
                    </a:cubicBezTo>
                    <a:cubicBezTo>
                      <a:pt x="282113" y="124889"/>
                      <a:pt x="283125" y="124838"/>
                      <a:pt x="284188" y="124838"/>
                    </a:cubicBezTo>
                    <a:cubicBezTo>
                      <a:pt x="302405" y="124737"/>
                      <a:pt x="320369" y="128633"/>
                      <a:pt x="336866" y="136376"/>
                    </a:cubicBezTo>
                    <a:cubicBezTo>
                      <a:pt x="344001" y="139665"/>
                      <a:pt x="350022" y="140778"/>
                      <a:pt x="355538" y="140778"/>
                    </a:cubicBezTo>
                    <a:cubicBezTo>
                      <a:pt x="368695" y="140778"/>
                      <a:pt x="377500" y="131973"/>
                      <a:pt x="377500" y="118766"/>
                    </a:cubicBezTo>
                    <a:cubicBezTo>
                      <a:pt x="377500" y="118766"/>
                      <a:pt x="377500" y="118766"/>
                      <a:pt x="377500" y="118766"/>
                    </a:cubicBezTo>
                    <a:cubicBezTo>
                      <a:pt x="377500" y="118766"/>
                      <a:pt x="377500" y="118766"/>
                      <a:pt x="377500" y="118766"/>
                    </a:cubicBezTo>
                    <a:cubicBezTo>
                      <a:pt x="377500" y="110517"/>
                      <a:pt x="372541" y="102269"/>
                      <a:pt x="361054" y="96804"/>
                    </a:cubicBezTo>
                    <a:cubicBezTo>
                      <a:pt x="340205" y="86380"/>
                      <a:pt x="313284" y="80307"/>
                      <a:pt x="284238" y="80307"/>
                    </a:cubicBezTo>
                    <a:cubicBezTo>
                      <a:pt x="197555" y="80307"/>
                      <a:pt x="137742" y="141841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55040"/>
                      <a:pt x="141942" y="276698"/>
                      <a:pt x="149786" y="295725"/>
                    </a:cubicBezTo>
                    <a:cubicBezTo>
                      <a:pt x="138400" y="320521"/>
                      <a:pt x="120992" y="333677"/>
                      <a:pt x="98221" y="333677"/>
                    </a:cubicBezTo>
                    <a:cubicBezTo>
                      <a:pt x="70794" y="333677"/>
                      <a:pt x="52678" y="317737"/>
                      <a:pt x="52678" y="281455"/>
                    </a:cubicBezTo>
                    <a:lnTo>
                      <a:pt x="52678" y="126457"/>
                    </a:lnTo>
                    <a:lnTo>
                      <a:pt x="116893" y="126457"/>
                    </a:lnTo>
                    <a:cubicBezTo>
                      <a:pt x="131720" y="126457"/>
                      <a:pt x="141588" y="117652"/>
                      <a:pt x="141588" y="105002"/>
                    </a:cubicBezTo>
                    <a:cubicBezTo>
                      <a:pt x="141588" y="92351"/>
                      <a:pt x="131720" y="83546"/>
                      <a:pt x="116893" y="83546"/>
                    </a:cubicBezTo>
                    <a:lnTo>
                      <a:pt x="52678" y="83546"/>
                    </a:lnTo>
                    <a:lnTo>
                      <a:pt x="52678" y="27478"/>
                    </a:lnTo>
                    <a:cubicBezTo>
                      <a:pt x="52678" y="10981"/>
                      <a:pt x="41697" y="0"/>
                      <a:pt x="26314" y="0"/>
                    </a:cubicBezTo>
                    <a:cubicBezTo>
                      <a:pt x="10930" y="0"/>
                      <a:pt x="0" y="11082"/>
                      <a:pt x="0" y="27579"/>
                    </a:cubicBezTo>
                    <a:lnTo>
                      <a:pt x="0" y="287527"/>
                    </a:lnTo>
                    <a:cubicBezTo>
                      <a:pt x="0" y="347998"/>
                      <a:pt x="34562" y="379878"/>
                      <a:pt x="93312" y="379878"/>
                    </a:cubicBezTo>
                    <a:cubicBezTo>
                      <a:pt x="105558" y="379878"/>
                      <a:pt x="117754" y="377905"/>
                      <a:pt x="129291" y="373856"/>
                    </a:cubicBezTo>
                    <a:cubicBezTo>
                      <a:pt x="129342" y="373856"/>
                      <a:pt x="129443" y="373856"/>
                      <a:pt x="129494" y="373856"/>
                    </a:cubicBezTo>
                    <a:cubicBezTo>
                      <a:pt x="148773" y="366620"/>
                      <a:pt x="164207" y="353919"/>
                      <a:pt x="175087" y="335702"/>
                    </a:cubicBezTo>
                    <a:cubicBezTo>
                      <a:pt x="201148" y="363888"/>
                      <a:pt x="239859" y="380435"/>
                      <a:pt x="288084" y="380435"/>
                    </a:cubicBezTo>
                    <a:cubicBezTo>
                      <a:pt x="313284" y="380435"/>
                      <a:pt x="335196" y="375526"/>
                      <a:pt x="354931" y="365102"/>
                    </a:cubicBezTo>
                    <a:cubicBezTo>
                      <a:pt x="354931" y="365102"/>
                      <a:pt x="354931" y="365102"/>
                      <a:pt x="354982" y="365102"/>
                    </a:cubicBezTo>
                    <a:cubicBezTo>
                      <a:pt x="395059" y="344203"/>
                      <a:pt x="423549" y="301899"/>
                      <a:pt x="443335" y="237025"/>
                    </a:cubicBezTo>
                    <a:lnTo>
                      <a:pt x="454872" y="199124"/>
                    </a:lnTo>
                    <a:cubicBezTo>
                      <a:pt x="454872" y="199124"/>
                      <a:pt x="454771" y="198972"/>
                      <a:pt x="454720" y="198921"/>
                    </a:cubicBezTo>
                    <a:cubicBezTo>
                      <a:pt x="462412" y="209244"/>
                      <a:pt x="473241" y="219162"/>
                      <a:pt x="487815" y="229334"/>
                    </a:cubicBezTo>
                    <a:lnTo>
                      <a:pt x="528955" y="257924"/>
                    </a:lnTo>
                    <a:cubicBezTo>
                      <a:pt x="535028" y="262175"/>
                      <a:pt x="540594" y="266426"/>
                      <a:pt x="545756" y="270676"/>
                    </a:cubicBezTo>
                    <a:cubicBezTo>
                      <a:pt x="553144" y="278874"/>
                      <a:pt x="555320" y="287679"/>
                      <a:pt x="555320" y="298053"/>
                    </a:cubicBezTo>
                    <a:cubicBezTo>
                      <a:pt x="555320" y="321685"/>
                      <a:pt x="536647" y="337624"/>
                      <a:pt x="509777" y="337624"/>
                    </a:cubicBezTo>
                    <a:cubicBezTo>
                      <a:pt x="482906" y="337624"/>
                      <a:pt x="462007" y="324417"/>
                      <a:pt x="449964" y="324417"/>
                    </a:cubicBezTo>
                    <a:cubicBezTo>
                      <a:pt x="437920" y="324417"/>
                      <a:pt x="429672" y="332665"/>
                      <a:pt x="429672" y="344760"/>
                    </a:cubicBezTo>
                    <a:cubicBezTo>
                      <a:pt x="429672" y="353565"/>
                      <a:pt x="434074" y="360700"/>
                      <a:pt x="445612" y="366215"/>
                    </a:cubicBezTo>
                    <a:cubicBezTo>
                      <a:pt x="461552" y="373907"/>
                      <a:pt x="487309" y="380485"/>
                      <a:pt x="510384" y="380485"/>
                    </a:cubicBezTo>
                    <a:cubicBezTo>
                      <a:pt x="539481" y="380485"/>
                      <a:pt x="563619" y="371680"/>
                      <a:pt x="580621" y="356297"/>
                    </a:cubicBezTo>
                    <a:cubicBezTo>
                      <a:pt x="581988" y="355083"/>
                      <a:pt x="583253" y="353767"/>
                      <a:pt x="584467" y="352299"/>
                    </a:cubicBezTo>
                    <a:cubicBezTo>
                      <a:pt x="597472" y="338333"/>
                      <a:pt x="605265" y="319559"/>
                      <a:pt x="605265" y="298053"/>
                    </a:cubicBezTo>
                    <a:cubicBezTo>
                      <a:pt x="605265" y="265060"/>
                      <a:pt x="592108" y="243098"/>
                      <a:pt x="559165" y="22002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4382A6AE-BFF1-57FE-EC4E-12B49BB7D786}"/>
                  </a:ext>
                </a:extLst>
              </p:cNvPr>
              <p:cNvSpPr/>
              <p:nvPr/>
            </p:nvSpPr>
            <p:spPr>
              <a:xfrm>
                <a:off x="439539" y="2580150"/>
                <a:ext cx="5060" cy="151"/>
              </a:xfrm>
              <a:custGeom>
                <a:avLst/>
                <a:gdLst>
                  <a:gd name="connsiteX0" fmla="*/ 0 w 5060"/>
                  <a:gd name="connsiteY0" fmla="*/ 0 h 151"/>
                  <a:gd name="connsiteX1" fmla="*/ 0 w 5060"/>
                  <a:gd name="connsiteY1" fmla="*/ 0 h 151"/>
                  <a:gd name="connsiteX2" fmla="*/ 0 w 5060"/>
                  <a:gd name="connsiteY2" fmla="*/ 152 h 151"/>
                  <a:gd name="connsiteX3" fmla="*/ 0 w 5060"/>
                  <a:gd name="connsiteY3" fmla="*/ 0 h 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60" h="15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1"/>
                      <a:pt x="0" y="101"/>
                      <a:pt x="0" y="152"/>
                    </a:cubicBezTo>
                    <a:cubicBezTo>
                      <a:pt x="0" y="152"/>
                      <a:pt x="0" y="51"/>
                      <a:pt x="0" y="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58C3E6EF-7583-C845-9031-C999B9BADFA4}"/>
                </a:ext>
              </a:extLst>
            </p:cNvPr>
            <p:cNvGrpSpPr/>
            <p:nvPr/>
          </p:nvGrpSpPr>
          <p:grpSpPr>
            <a:xfrm>
              <a:off x="684661" y="2427986"/>
              <a:ext cx="896486" cy="379270"/>
              <a:chOff x="684661" y="2427986"/>
              <a:chExt cx="896486" cy="379270"/>
            </a:xfrm>
            <a:grpFill/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E953A28C-EE37-4E12-CFE9-9200E3710D08}"/>
                  </a:ext>
                </a:extLst>
              </p:cNvPr>
              <p:cNvSpPr/>
              <p:nvPr/>
            </p:nvSpPr>
            <p:spPr>
              <a:xfrm>
                <a:off x="684712" y="2427986"/>
                <a:ext cx="91085" cy="94425"/>
              </a:xfrm>
              <a:custGeom>
                <a:avLst/>
                <a:gdLst>
                  <a:gd name="connsiteX0" fmla="*/ 26718 w 91085"/>
                  <a:gd name="connsiteY0" fmla="*/ 94426 h 94425"/>
                  <a:gd name="connsiteX1" fmla="*/ 64367 w 91085"/>
                  <a:gd name="connsiteY1" fmla="*/ 94426 h 94425"/>
                  <a:gd name="connsiteX2" fmla="*/ 64367 w 91085"/>
                  <a:gd name="connsiteY2" fmla="*/ 27174 h 94425"/>
                  <a:gd name="connsiteX3" fmla="*/ 91086 w 91085"/>
                  <a:gd name="connsiteY3" fmla="*/ 27174 h 94425"/>
                  <a:gd name="connsiteX4" fmla="*/ 91086 w 91085"/>
                  <a:gd name="connsiteY4" fmla="*/ 0 h 94425"/>
                  <a:gd name="connsiteX5" fmla="*/ 0 w 91085"/>
                  <a:gd name="connsiteY5" fmla="*/ 0 h 94425"/>
                  <a:gd name="connsiteX6" fmla="*/ 0 w 91085"/>
                  <a:gd name="connsiteY6" fmla="*/ 27174 h 94425"/>
                  <a:gd name="connsiteX7" fmla="*/ 26718 w 91085"/>
                  <a:gd name="connsiteY7" fmla="*/ 27174 h 94425"/>
                  <a:gd name="connsiteX8" fmla="*/ 26718 w 91085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085" h="94425">
                    <a:moveTo>
                      <a:pt x="26718" y="94426"/>
                    </a:moveTo>
                    <a:lnTo>
                      <a:pt x="64367" y="94426"/>
                    </a:lnTo>
                    <a:lnTo>
                      <a:pt x="64367" y="27174"/>
                    </a:lnTo>
                    <a:lnTo>
                      <a:pt x="91086" y="27174"/>
                    </a:lnTo>
                    <a:lnTo>
                      <a:pt x="91086" y="0"/>
                    </a:lnTo>
                    <a:lnTo>
                      <a:pt x="0" y="0"/>
                    </a:lnTo>
                    <a:lnTo>
                      <a:pt x="0" y="27174"/>
                    </a:lnTo>
                    <a:lnTo>
                      <a:pt x="26718" y="27174"/>
                    </a:lnTo>
                    <a:lnTo>
                      <a:pt x="2671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C26677FC-B2EB-143D-B58E-65E3E97A125E}"/>
                  </a:ext>
                </a:extLst>
              </p:cNvPr>
              <p:cNvSpPr/>
              <p:nvPr/>
            </p:nvSpPr>
            <p:spPr>
              <a:xfrm>
                <a:off x="766739" y="2427986"/>
                <a:ext cx="111934" cy="94425"/>
              </a:xfrm>
              <a:custGeom>
                <a:avLst/>
                <a:gdLst>
                  <a:gd name="connsiteX0" fmla="*/ 36788 w 111934"/>
                  <a:gd name="connsiteY0" fmla="*/ 94426 h 94425"/>
                  <a:gd name="connsiteX1" fmla="*/ 55967 w 111934"/>
                  <a:gd name="connsiteY1" fmla="*/ 37952 h 94425"/>
                  <a:gd name="connsiteX2" fmla="*/ 75146 w 111934"/>
                  <a:gd name="connsiteY2" fmla="*/ 94426 h 94425"/>
                  <a:gd name="connsiteX3" fmla="*/ 111934 w 111934"/>
                  <a:gd name="connsiteY3" fmla="*/ 94426 h 94425"/>
                  <a:gd name="connsiteX4" fmla="*/ 75905 w 111934"/>
                  <a:gd name="connsiteY4" fmla="*/ 0 h 94425"/>
                  <a:gd name="connsiteX5" fmla="*/ 36080 w 111934"/>
                  <a:gd name="connsiteY5" fmla="*/ 0 h 94425"/>
                  <a:gd name="connsiteX6" fmla="*/ 0 w 111934"/>
                  <a:gd name="connsiteY6" fmla="*/ 94426 h 94425"/>
                  <a:gd name="connsiteX7" fmla="*/ 36788 w 111934"/>
                  <a:gd name="connsiteY7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1934" h="94425">
                    <a:moveTo>
                      <a:pt x="36788" y="94426"/>
                    </a:moveTo>
                    <a:lnTo>
                      <a:pt x="55967" y="37952"/>
                    </a:lnTo>
                    <a:lnTo>
                      <a:pt x="75146" y="94426"/>
                    </a:lnTo>
                    <a:lnTo>
                      <a:pt x="111934" y="94426"/>
                    </a:lnTo>
                    <a:lnTo>
                      <a:pt x="75905" y="0"/>
                    </a:lnTo>
                    <a:lnTo>
                      <a:pt x="36080" y="0"/>
                    </a:lnTo>
                    <a:lnTo>
                      <a:pt x="0" y="94426"/>
                    </a:lnTo>
                    <a:lnTo>
                      <a:pt x="3678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43451B4-7F75-29B2-26B1-73A1C08F807F}"/>
                  </a:ext>
                </a:extLst>
              </p:cNvPr>
              <p:cNvSpPr/>
              <p:nvPr/>
            </p:nvSpPr>
            <p:spPr>
              <a:xfrm>
                <a:off x="869666" y="2427986"/>
                <a:ext cx="91085" cy="94425"/>
              </a:xfrm>
              <a:custGeom>
                <a:avLst/>
                <a:gdLst>
                  <a:gd name="connsiteX0" fmla="*/ 26718 w 91085"/>
                  <a:gd name="connsiteY0" fmla="*/ 94426 h 94425"/>
                  <a:gd name="connsiteX1" fmla="*/ 64367 w 91085"/>
                  <a:gd name="connsiteY1" fmla="*/ 94426 h 94425"/>
                  <a:gd name="connsiteX2" fmla="*/ 64367 w 91085"/>
                  <a:gd name="connsiteY2" fmla="*/ 27174 h 94425"/>
                  <a:gd name="connsiteX3" fmla="*/ 91086 w 91085"/>
                  <a:gd name="connsiteY3" fmla="*/ 27174 h 94425"/>
                  <a:gd name="connsiteX4" fmla="*/ 91086 w 91085"/>
                  <a:gd name="connsiteY4" fmla="*/ 0 h 94425"/>
                  <a:gd name="connsiteX5" fmla="*/ 0 w 91085"/>
                  <a:gd name="connsiteY5" fmla="*/ 0 h 94425"/>
                  <a:gd name="connsiteX6" fmla="*/ 0 w 91085"/>
                  <a:gd name="connsiteY6" fmla="*/ 27174 h 94425"/>
                  <a:gd name="connsiteX7" fmla="*/ 26718 w 91085"/>
                  <a:gd name="connsiteY7" fmla="*/ 27174 h 94425"/>
                  <a:gd name="connsiteX8" fmla="*/ 26718 w 91085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085" h="94425">
                    <a:moveTo>
                      <a:pt x="26718" y="94426"/>
                    </a:moveTo>
                    <a:lnTo>
                      <a:pt x="64367" y="94426"/>
                    </a:lnTo>
                    <a:lnTo>
                      <a:pt x="64367" y="27174"/>
                    </a:lnTo>
                    <a:lnTo>
                      <a:pt x="91086" y="27174"/>
                    </a:lnTo>
                    <a:lnTo>
                      <a:pt x="91086" y="0"/>
                    </a:lnTo>
                    <a:lnTo>
                      <a:pt x="0" y="0"/>
                    </a:lnTo>
                    <a:lnTo>
                      <a:pt x="0" y="27174"/>
                    </a:lnTo>
                    <a:lnTo>
                      <a:pt x="26718" y="27174"/>
                    </a:lnTo>
                    <a:lnTo>
                      <a:pt x="2671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CD956BE-5A10-32C8-BFB5-B1AE7EDE2052}"/>
                  </a:ext>
                </a:extLst>
              </p:cNvPr>
              <p:cNvSpPr/>
              <p:nvPr/>
            </p:nvSpPr>
            <p:spPr>
              <a:xfrm>
                <a:off x="951694" y="2427986"/>
                <a:ext cx="111984" cy="94425"/>
              </a:xfrm>
              <a:custGeom>
                <a:avLst/>
                <a:gdLst>
                  <a:gd name="connsiteX0" fmla="*/ 36788 w 111984"/>
                  <a:gd name="connsiteY0" fmla="*/ 94426 h 94425"/>
                  <a:gd name="connsiteX1" fmla="*/ 55967 w 111984"/>
                  <a:gd name="connsiteY1" fmla="*/ 37952 h 94425"/>
                  <a:gd name="connsiteX2" fmla="*/ 75146 w 111984"/>
                  <a:gd name="connsiteY2" fmla="*/ 94426 h 94425"/>
                  <a:gd name="connsiteX3" fmla="*/ 111985 w 111984"/>
                  <a:gd name="connsiteY3" fmla="*/ 94426 h 94425"/>
                  <a:gd name="connsiteX4" fmla="*/ 75905 w 111984"/>
                  <a:gd name="connsiteY4" fmla="*/ 0 h 94425"/>
                  <a:gd name="connsiteX5" fmla="*/ 36080 w 111984"/>
                  <a:gd name="connsiteY5" fmla="*/ 0 h 94425"/>
                  <a:gd name="connsiteX6" fmla="*/ 0 w 111984"/>
                  <a:gd name="connsiteY6" fmla="*/ 94426 h 94425"/>
                  <a:gd name="connsiteX7" fmla="*/ 36788 w 111984"/>
                  <a:gd name="connsiteY7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1984" h="94425">
                    <a:moveTo>
                      <a:pt x="36788" y="94426"/>
                    </a:moveTo>
                    <a:lnTo>
                      <a:pt x="55967" y="37952"/>
                    </a:lnTo>
                    <a:lnTo>
                      <a:pt x="75146" y="94426"/>
                    </a:lnTo>
                    <a:lnTo>
                      <a:pt x="111985" y="94426"/>
                    </a:lnTo>
                    <a:lnTo>
                      <a:pt x="75905" y="0"/>
                    </a:lnTo>
                    <a:lnTo>
                      <a:pt x="36080" y="0"/>
                    </a:lnTo>
                    <a:lnTo>
                      <a:pt x="0" y="94426"/>
                    </a:lnTo>
                    <a:lnTo>
                      <a:pt x="3678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B949098-5E2C-A4AC-91BB-D719B1F41EBF}"/>
                  </a:ext>
                </a:extLst>
              </p:cNvPr>
              <p:cNvSpPr/>
              <p:nvPr/>
            </p:nvSpPr>
            <p:spPr>
              <a:xfrm>
                <a:off x="1334356" y="2569675"/>
                <a:ext cx="74842" cy="94476"/>
              </a:xfrm>
              <a:custGeom>
                <a:avLst/>
                <a:gdLst>
                  <a:gd name="connsiteX0" fmla="*/ 15434 w 74842"/>
                  <a:gd name="connsiteY0" fmla="*/ 20292 h 94476"/>
                  <a:gd name="connsiteX1" fmla="*/ 32335 w 74842"/>
                  <a:gd name="connsiteY1" fmla="*/ 52880 h 94476"/>
                  <a:gd name="connsiteX2" fmla="*/ 56979 w 74842"/>
                  <a:gd name="connsiteY2" fmla="*/ 94426 h 94476"/>
                  <a:gd name="connsiteX3" fmla="*/ 74842 w 74842"/>
                  <a:gd name="connsiteY3" fmla="*/ 94426 h 94476"/>
                  <a:gd name="connsiteX4" fmla="*/ 74842 w 74842"/>
                  <a:gd name="connsiteY4" fmla="*/ 0 h 94476"/>
                  <a:gd name="connsiteX5" fmla="*/ 58902 w 74842"/>
                  <a:gd name="connsiteY5" fmla="*/ 0 h 94476"/>
                  <a:gd name="connsiteX6" fmla="*/ 58902 w 74842"/>
                  <a:gd name="connsiteY6" fmla="*/ 32943 h 94476"/>
                  <a:gd name="connsiteX7" fmla="*/ 60420 w 74842"/>
                  <a:gd name="connsiteY7" fmla="*/ 72110 h 94476"/>
                  <a:gd name="connsiteX8" fmla="*/ 60117 w 74842"/>
                  <a:gd name="connsiteY8" fmla="*/ 72211 h 94476"/>
                  <a:gd name="connsiteX9" fmla="*/ 44075 w 74842"/>
                  <a:gd name="connsiteY9" fmla="*/ 40584 h 94476"/>
                  <a:gd name="connsiteX10" fmla="*/ 19685 w 74842"/>
                  <a:gd name="connsiteY10" fmla="*/ 51 h 94476"/>
                  <a:gd name="connsiteX11" fmla="*/ 0 w 74842"/>
                  <a:gd name="connsiteY11" fmla="*/ 51 h 94476"/>
                  <a:gd name="connsiteX12" fmla="*/ 0 w 74842"/>
                  <a:gd name="connsiteY12" fmla="*/ 94476 h 94476"/>
                  <a:gd name="connsiteX13" fmla="*/ 15940 w 74842"/>
                  <a:gd name="connsiteY13" fmla="*/ 94476 h 94476"/>
                  <a:gd name="connsiteX14" fmla="*/ 15940 w 74842"/>
                  <a:gd name="connsiteY14" fmla="*/ 60673 h 94476"/>
                  <a:gd name="connsiteX15" fmla="*/ 15029 w 74842"/>
                  <a:gd name="connsiteY15" fmla="*/ 20444 h 94476"/>
                  <a:gd name="connsiteX16" fmla="*/ 15485 w 74842"/>
                  <a:gd name="connsiteY16" fmla="*/ 20342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4842" h="94476">
                    <a:moveTo>
                      <a:pt x="15434" y="20292"/>
                    </a:moveTo>
                    <a:cubicBezTo>
                      <a:pt x="20089" y="30969"/>
                      <a:pt x="26212" y="42557"/>
                      <a:pt x="32335" y="52880"/>
                    </a:cubicBezTo>
                    <a:lnTo>
                      <a:pt x="56979" y="94426"/>
                    </a:lnTo>
                    <a:lnTo>
                      <a:pt x="74842" y="94426"/>
                    </a:lnTo>
                    <a:lnTo>
                      <a:pt x="74842" y="0"/>
                    </a:lnTo>
                    <a:lnTo>
                      <a:pt x="58902" y="0"/>
                    </a:lnTo>
                    <a:lnTo>
                      <a:pt x="58902" y="32943"/>
                    </a:lnTo>
                    <a:cubicBezTo>
                      <a:pt x="58902" y="47365"/>
                      <a:pt x="59206" y="59560"/>
                      <a:pt x="60420" y="72110"/>
                    </a:cubicBezTo>
                    <a:lnTo>
                      <a:pt x="60117" y="72211"/>
                    </a:lnTo>
                    <a:cubicBezTo>
                      <a:pt x="55765" y="61938"/>
                      <a:pt x="50300" y="50957"/>
                      <a:pt x="44075" y="40584"/>
                    </a:cubicBezTo>
                    <a:lnTo>
                      <a:pt x="19685" y="51"/>
                    </a:lnTo>
                    <a:lnTo>
                      <a:pt x="0" y="51"/>
                    </a:lnTo>
                    <a:lnTo>
                      <a:pt x="0" y="94476"/>
                    </a:lnTo>
                    <a:lnTo>
                      <a:pt x="15940" y="94476"/>
                    </a:lnTo>
                    <a:lnTo>
                      <a:pt x="15940" y="60673"/>
                    </a:lnTo>
                    <a:cubicBezTo>
                      <a:pt x="15940" y="45189"/>
                      <a:pt x="15687" y="32690"/>
                      <a:pt x="15029" y="20444"/>
                    </a:cubicBezTo>
                    <a:lnTo>
                      <a:pt x="15485" y="2034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A298FAE-6E77-025A-ACA0-71076B36F2E8}"/>
                  </a:ext>
                </a:extLst>
              </p:cNvPr>
              <p:cNvSpPr/>
              <p:nvPr/>
            </p:nvSpPr>
            <p:spPr>
              <a:xfrm>
                <a:off x="1238412" y="2569624"/>
                <a:ext cx="82837" cy="94425"/>
              </a:xfrm>
              <a:custGeom>
                <a:avLst/>
                <a:gdLst>
                  <a:gd name="connsiteX0" fmla="*/ 25858 w 82837"/>
                  <a:gd name="connsiteY0" fmla="*/ 67758 h 94425"/>
                  <a:gd name="connsiteX1" fmla="*/ 55815 w 82837"/>
                  <a:gd name="connsiteY1" fmla="*/ 67758 h 94425"/>
                  <a:gd name="connsiteX2" fmla="*/ 64367 w 82837"/>
                  <a:gd name="connsiteY2" fmla="*/ 94426 h 94425"/>
                  <a:gd name="connsiteX3" fmla="*/ 82838 w 82837"/>
                  <a:gd name="connsiteY3" fmla="*/ 94426 h 94425"/>
                  <a:gd name="connsiteX4" fmla="*/ 52172 w 82837"/>
                  <a:gd name="connsiteY4" fmla="*/ 0 h 94425"/>
                  <a:gd name="connsiteX5" fmla="*/ 30261 w 82837"/>
                  <a:gd name="connsiteY5" fmla="*/ 0 h 94425"/>
                  <a:gd name="connsiteX6" fmla="*/ 0 w 82837"/>
                  <a:gd name="connsiteY6" fmla="*/ 94426 h 94425"/>
                  <a:gd name="connsiteX7" fmla="*/ 17812 w 82837"/>
                  <a:gd name="connsiteY7" fmla="*/ 94426 h 94425"/>
                  <a:gd name="connsiteX8" fmla="*/ 25858 w 82837"/>
                  <a:gd name="connsiteY8" fmla="*/ 67758 h 94425"/>
                  <a:gd name="connsiteX9" fmla="*/ 35979 w 82837"/>
                  <a:gd name="connsiteY9" fmla="*/ 31374 h 94425"/>
                  <a:gd name="connsiteX10" fmla="*/ 40432 w 82837"/>
                  <a:gd name="connsiteY10" fmla="*/ 13663 h 94425"/>
                  <a:gd name="connsiteX11" fmla="*/ 40736 w 82837"/>
                  <a:gd name="connsiteY11" fmla="*/ 13663 h 94425"/>
                  <a:gd name="connsiteX12" fmla="*/ 45492 w 82837"/>
                  <a:gd name="connsiteY12" fmla="*/ 31425 h 94425"/>
                  <a:gd name="connsiteX13" fmla="*/ 52931 w 82837"/>
                  <a:gd name="connsiteY13" fmla="*/ 54702 h 94425"/>
                  <a:gd name="connsiteX14" fmla="*/ 28641 w 82837"/>
                  <a:gd name="connsiteY14" fmla="*/ 54702 h 94425"/>
                  <a:gd name="connsiteX15" fmla="*/ 35928 w 82837"/>
                  <a:gd name="connsiteY15" fmla="*/ 31374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837" h="94425">
                    <a:moveTo>
                      <a:pt x="25858" y="67758"/>
                    </a:moveTo>
                    <a:lnTo>
                      <a:pt x="55815" y="67758"/>
                    </a:lnTo>
                    <a:lnTo>
                      <a:pt x="64367" y="94426"/>
                    </a:lnTo>
                    <a:lnTo>
                      <a:pt x="82838" y="94426"/>
                    </a:lnTo>
                    <a:lnTo>
                      <a:pt x="52172" y="0"/>
                    </a:lnTo>
                    <a:lnTo>
                      <a:pt x="30261" y="0"/>
                    </a:lnTo>
                    <a:lnTo>
                      <a:pt x="0" y="94426"/>
                    </a:lnTo>
                    <a:lnTo>
                      <a:pt x="17812" y="94426"/>
                    </a:lnTo>
                    <a:lnTo>
                      <a:pt x="25858" y="67758"/>
                    </a:lnTo>
                    <a:close/>
                    <a:moveTo>
                      <a:pt x="35979" y="31374"/>
                    </a:moveTo>
                    <a:cubicBezTo>
                      <a:pt x="37649" y="25757"/>
                      <a:pt x="39066" y="19229"/>
                      <a:pt x="40432" y="13663"/>
                    </a:cubicBezTo>
                    <a:lnTo>
                      <a:pt x="40736" y="13663"/>
                    </a:lnTo>
                    <a:cubicBezTo>
                      <a:pt x="42152" y="19128"/>
                      <a:pt x="43721" y="25555"/>
                      <a:pt x="45492" y="31425"/>
                    </a:cubicBezTo>
                    <a:lnTo>
                      <a:pt x="52931" y="54702"/>
                    </a:lnTo>
                    <a:lnTo>
                      <a:pt x="28641" y="54702"/>
                    </a:lnTo>
                    <a:lnTo>
                      <a:pt x="35928" y="3137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29E4F767-967A-DE2B-1387-FB789F40B4E4}"/>
                  </a:ext>
                </a:extLst>
              </p:cNvPr>
              <p:cNvSpPr/>
              <p:nvPr/>
            </p:nvSpPr>
            <p:spPr>
              <a:xfrm>
                <a:off x="956906" y="2568157"/>
                <a:ext cx="61280" cy="97411"/>
              </a:xfrm>
              <a:custGeom>
                <a:avLst/>
                <a:gdLst>
                  <a:gd name="connsiteX0" fmla="*/ 26617 w 61280"/>
                  <a:gd name="connsiteY0" fmla="*/ 83141 h 97411"/>
                  <a:gd name="connsiteX1" fmla="*/ 3846 w 61280"/>
                  <a:gd name="connsiteY1" fmla="*/ 77119 h 97411"/>
                  <a:gd name="connsiteX2" fmla="*/ 0 w 61280"/>
                  <a:gd name="connsiteY2" fmla="*/ 91389 h 97411"/>
                  <a:gd name="connsiteX3" fmla="*/ 25504 w 61280"/>
                  <a:gd name="connsiteY3" fmla="*/ 97411 h 97411"/>
                  <a:gd name="connsiteX4" fmla="*/ 61280 w 61280"/>
                  <a:gd name="connsiteY4" fmla="*/ 69023 h 97411"/>
                  <a:gd name="connsiteX5" fmla="*/ 37042 w 61280"/>
                  <a:gd name="connsiteY5" fmla="*/ 40938 h 97411"/>
                  <a:gd name="connsiteX6" fmla="*/ 18976 w 61280"/>
                  <a:gd name="connsiteY6" fmla="*/ 25453 h 97411"/>
                  <a:gd name="connsiteX7" fmla="*/ 34562 w 61280"/>
                  <a:gd name="connsiteY7" fmla="*/ 14068 h 97411"/>
                  <a:gd name="connsiteX8" fmla="*/ 53386 w 61280"/>
                  <a:gd name="connsiteY8" fmla="*/ 18571 h 97411"/>
                  <a:gd name="connsiteX9" fmla="*/ 57536 w 61280"/>
                  <a:gd name="connsiteY9" fmla="*/ 4655 h 97411"/>
                  <a:gd name="connsiteX10" fmla="*/ 34916 w 61280"/>
                  <a:gd name="connsiteY10" fmla="*/ 0 h 97411"/>
                  <a:gd name="connsiteX11" fmla="*/ 1569 w 61280"/>
                  <a:gd name="connsiteY11" fmla="*/ 27123 h 97411"/>
                  <a:gd name="connsiteX12" fmla="*/ 27123 w 61280"/>
                  <a:gd name="connsiteY12" fmla="*/ 54550 h 97411"/>
                  <a:gd name="connsiteX13" fmla="*/ 43822 w 61280"/>
                  <a:gd name="connsiteY13" fmla="*/ 70237 h 97411"/>
                  <a:gd name="connsiteX14" fmla="*/ 26668 w 61280"/>
                  <a:gd name="connsiteY14" fmla="*/ 83141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26617" y="83141"/>
                    </a:move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1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ubicBezTo>
                      <a:pt x="24441" y="36131"/>
                      <a:pt x="18976" y="32740"/>
                      <a:pt x="18976" y="25453"/>
                    </a:cubicBezTo>
                    <a:cubicBezTo>
                      <a:pt x="18976" y="19887"/>
                      <a:pt x="23632" y="14068"/>
                      <a:pt x="34562" y="14068"/>
                    </a:cubicBezTo>
                    <a:cubicBezTo>
                      <a:pt x="43417" y="14068"/>
                      <a:pt x="49996" y="16750"/>
                      <a:pt x="53386" y="18571"/>
                    </a:cubicBezTo>
                    <a:lnTo>
                      <a:pt x="57536" y="4655"/>
                    </a:lnTo>
                    <a:cubicBezTo>
                      <a:pt x="52627" y="2176"/>
                      <a:pt x="45138" y="0"/>
                      <a:pt x="34916" y="0"/>
                    </a:cubicBezTo>
                    <a:cubicBezTo>
                      <a:pt x="14473" y="0"/>
                      <a:pt x="1569" y="11639"/>
                      <a:pt x="1569" y="27123"/>
                    </a:cubicBezTo>
                    <a:cubicBezTo>
                      <a:pt x="1569" y="40685"/>
                      <a:pt x="11538" y="49034"/>
                      <a:pt x="27123" y="54550"/>
                    </a:cubicBezTo>
                    <a:cubicBezTo>
                      <a:pt x="39015" y="58902"/>
                      <a:pt x="43822" y="63102"/>
                      <a:pt x="43822" y="70237"/>
                    </a:cubicBezTo>
                    <a:cubicBezTo>
                      <a:pt x="43822" y="77980"/>
                      <a:pt x="37649" y="83141"/>
                      <a:pt x="26668" y="831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BDBA77EC-C809-A79E-BE32-74230EA78C52}"/>
                  </a:ext>
                </a:extLst>
              </p:cNvPr>
              <p:cNvSpPr/>
              <p:nvPr/>
            </p:nvSpPr>
            <p:spPr>
              <a:xfrm>
                <a:off x="684661" y="2568207"/>
                <a:ext cx="73374" cy="97411"/>
              </a:xfrm>
              <a:custGeom>
                <a:avLst/>
                <a:gdLst>
                  <a:gd name="connsiteX0" fmla="*/ 51261 w 73374"/>
                  <a:gd name="connsiteY0" fmla="*/ 14220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6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20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20"/>
                    </a:moveTo>
                    <a:cubicBezTo>
                      <a:pt x="58953" y="14220"/>
                      <a:pt x="65228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6" y="93110"/>
                    </a:cubicBezTo>
                    <a:lnTo>
                      <a:pt x="69782" y="79498"/>
                    </a:lnTo>
                    <a:cubicBezTo>
                      <a:pt x="65228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20"/>
                      <a:pt x="51210" y="1422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D24A1F5-4C0B-C8CA-1294-D652EB377640}"/>
                  </a:ext>
                </a:extLst>
              </p:cNvPr>
              <p:cNvSpPr/>
              <p:nvPr/>
            </p:nvSpPr>
            <p:spPr>
              <a:xfrm>
                <a:off x="1173286" y="2569675"/>
                <a:ext cx="71350" cy="94425"/>
              </a:xfrm>
              <a:custGeom>
                <a:avLst/>
                <a:gdLst>
                  <a:gd name="connsiteX0" fmla="*/ 44177 w 71350"/>
                  <a:gd name="connsiteY0" fmla="*/ 94426 h 94425"/>
                  <a:gd name="connsiteX1" fmla="*/ 44177 w 71350"/>
                  <a:gd name="connsiteY1" fmla="*/ 14473 h 94425"/>
                  <a:gd name="connsiteX2" fmla="*/ 71351 w 71350"/>
                  <a:gd name="connsiteY2" fmla="*/ 14473 h 94425"/>
                  <a:gd name="connsiteX3" fmla="*/ 71351 w 71350"/>
                  <a:gd name="connsiteY3" fmla="*/ 0 h 94425"/>
                  <a:gd name="connsiteX4" fmla="*/ 0 w 71350"/>
                  <a:gd name="connsiteY4" fmla="*/ 0 h 94425"/>
                  <a:gd name="connsiteX5" fmla="*/ 0 w 71350"/>
                  <a:gd name="connsiteY5" fmla="*/ 14473 h 94425"/>
                  <a:gd name="connsiteX6" fmla="*/ 26921 w 71350"/>
                  <a:gd name="connsiteY6" fmla="*/ 14473 h 94425"/>
                  <a:gd name="connsiteX7" fmla="*/ 26921 w 71350"/>
                  <a:gd name="connsiteY7" fmla="*/ 94426 h 94425"/>
                  <a:gd name="connsiteX8" fmla="*/ 44177 w 71350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1350" h="94425">
                    <a:moveTo>
                      <a:pt x="44177" y="94426"/>
                    </a:moveTo>
                    <a:lnTo>
                      <a:pt x="44177" y="14473"/>
                    </a:lnTo>
                    <a:lnTo>
                      <a:pt x="71351" y="14473"/>
                    </a:lnTo>
                    <a:lnTo>
                      <a:pt x="71351" y="0"/>
                    </a:lnTo>
                    <a:lnTo>
                      <a:pt x="0" y="0"/>
                    </a:lnTo>
                    <a:lnTo>
                      <a:pt x="0" y="14473"/>
                    </a:lnTo>
                    <a:lnTo>
                      <a:pt x="26921" y="14473"/>
                    </a:lnTo>
                    <a:lnTo>
                      <a:pt x="26921" y="94426"/>
                    </a:lnTo>
                    <a:lnTo>
                      <a:pt x="44177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CA8728C-F412-2AA5-A12F-D0947E16212B}"/>
                  </a:ext>
                </a:extLst>
              </p:cNvPr>
              <p:cNvSpPr/>
              <p:nvPr/>
            </p:nvSpPr>
            <p:spPr>
              <a:xfrm>
                <a:off x="1502763" y="2569675"/>
                <a:ext cx="78384" cy="94476"/>
              </a:xfrm>
              <a:custGeom>
                <a:avLst/>
                <a:gdLst>
                  <a:gd name="connsiteX0" fmla="*/ 58953 w 78384"/>
                  <a:gd name="connsiteY0" fmla="*/ 0 h 94476"/>
                  <a:gd name="connsiteX1" fmla="*/ 47618 w 78384"/>
                  <a:gd name="connsiteY1" fmla="*/ 24188 h 94476"/>
                  <a:gd name="connsiteX2" fmla="*/ 39470 w 78384"/>
                  <a:gd name="connsiteY2" fmla="*/ 42962 h 94476"/>
                  <a:gd name="connsiteX3" fmla="*/ 39167 w 78384"/>
                  <a:gd name="connsiteY3" fmla="*/ 42962 h 94476"/>
                  <a:gd name="connsiteX4" fmla="*/ 30918 w 78384"/>
                  <a:gd name="connsiteY4" fmla="*/ 24239 h 94476"/>
                  <a:gd name="connsiteX5" fmla="*/ 19685 w 78384"/>
                  <a:gd name="connsiteY5" fmla="*/ 0 h 94476"/>
                  <a:gd name="connsiteX6" fmla="*/ 0 w 78384"/>
                  <a:gd name="connsiteY6" fmla="*/ 0 h 94476"/>
                  <a:gd name="connsiteX7" fmla="*/ 29805 w 78384"/>
                  <a:gd name="connsiteY7" fmla="*/ 55157 h 94476"/>
                  <a:gd name="connsiteX8" fmla="*/ 29805 w 78384"/>
                  <a:gd name="connsiteY8" fmla="*/ 94476 h 94476"/>
                  <a:gd name="connsiteX9" fmla="*/ 47061 w 78384"/>
                  <a:gd name="connsiteY9" fmla="*/ 94476 h 94476"/>
                  <a:gd name="connsiteX10" fmla="*/ 47061 w 78384"/>
                  <a:gd name="connsiteY10" fmla="*/ 54702 h 94476"/>
                  <a:gd name="connsiteX11" fmla="*/ 78384 w 78384"/>
                  <a:gd name="connsiteY11" fmla="*/ 51 h 94476"/>
                  <a:gd name="connsiteX12" fmla="*/ 58953 w 78384"/>
                  <a:gd name="connsiteY12" fmla="*/ 51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84" h="94476">
                    <a:moveTo>
                      <a:pt x="58953" y="0"/>
                    </a:moveTo>
                    <a:lnTo>
                      <a:pt x="47618" y="24188"/>
                    </a:lnTo>
                    <a:cubicBezTo>
                      <a:pt x="44379" y="31020"/>
                      <a:pt x="41798" y="36940"/>
                      <a:pt x="39470" y="42962"/>
                    </a:cubicBezTo>
                    <a:lnTo>
                      <a:pt x="39167" y="42962"/>
                    </a:lnTo>
                    <a:cubicBezTo>
                      <a:pt x="36586" y="36586"/>
                      <a:pt x="34157" y="31172"/>
                      <a:pt x="30918" y="24239"/>
                    </a:cubicBezTo>
                    <a:lnTo>
                      <a:pt x="19685" y="0"/>
                    </a:lnTo>
                    <a:lnTo>
                      <a:pt x="0" y="0"/>
                    </a:lnTo>
                    <a:lnTo>
                      <a:pt x="29805" y="55157"/>
                    </a:lnTo>
                    <a:lnTo>
                      <a:pt x="29805" y="94476"/>
                    </a:lnTo>
                    <a:lnTo>
                      <a:pt x="47061" y="94476"/>
                    </a:lnTo>
                    <a:lnTo>
                      <a:pt x="47061" y="54702"/>
                    </a:lnTo>
                    <a:lnTo>
                      <a:pt x="78384" y="51"/>
                    </a:lnTo>
                    <a:lnTo>
                      <a:pt x="58953" y="5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B885130-0141-AF96-9619-32F2C5789B3E}"/>
                  </a:ext>
                </a:extLst>
              </p:cNvPr>
              <p:cNvSpPr/>
              <p:nvPr/>
            </p:nvSpPr>
            <p:spPr>
              <a:xfrm>
                <a:off x="763045" y="2568106"/>
                <a:ext cx="88656" cy="97562"/>
              </a:xfrm>
              <a:custGeom>
                <a:avLst/>
                <a:gdLst>
                  <a:gd name="connsiteX0" fmla="*/ 44936 w 88656"/>
                  <a:gd name="connsiteY0" fmla="*/ 0 h 97562"/>
                  <a:gd name="connsiteX1" fmla="*/ 0 w 88656"/>
                  <a:gd name="connsiteY1" fmla="*/ 49490 h 97562"/>
                  <a:gd name="connsiteX2" fmla="*/ 43519 w 88656"/>
                  <a:gd name="connsiteY2" fmla="*/ 97563 h 97562"/>
                  <a:gd name="connsiteX3" fmla="*/ 43671 w 88656"/>
                  <a:gd name="connsiteY3" fmla="*/ 97563 h 97562"/>
                  <a:gd name="connsiteX4" fmla="*/ 88657 w 88656"/>
                  <a:gd name="connsiteY4" fmla="*/ 47820 h 97562"/>
                  <a:gd name="connsiteX5" fmla="*/ 44936 w 88656"/>
                  <a:gd name="connsiteY5" fmla="*/ 0 h 97562"/>
                  <a:gd name="connsiteX6" fmla="*/ 44278 w 88656"/>
                  <a:gd name="connsiteY6" fmla="*/ 83748 h 97562"/>
                  <a:gd name="connsiteX7" fmla="*/ 44126 w 88656"/>
                  <a:gd name="connsiteY7" fmla="*/ 83748 h 97562"/>
                  <a:gd name="connsiteX8" fmla="*/ 18065 w 88656"/>
                  <a:gd name="connsiteY8" fmla="*/ 49085 h 97562"/>
                  <a:gd name="connsiteX9" fmla="*/ 44278 w 88656"/>
                  <a:gd name="connsiteY9" fmla="*/ 13815 h 97562"/>
                  <a:gd name="connsiteX10" fmla="*/ 70288 w 88656"/>
                  <a:gd name="connsiteY10" fmla="*/ 48478 h 97562"/>
                  <a:gd name="connsiteX11" fmla="*/ 44227 w 88656"/>
                  <a:gd name="connsiteY11" fmla="*/ 83748 h 97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656" h="97562">
                    <a:moveTo>
                      <a:pt x="44936" y="0"/>
                    </a:moveTo>
                    <a:cubicBezTo>
                      <a:pt x="18318" y="0"/>
                      <a:pt x="0" y="20494"/>
                      <a:pt x="0" y="49490"/>
                    </a:cubicBezTo>
                    <a:cubicBezTo>
                      <a:pt x="0" y="78486"/>
                      <a:pt x="16851" y="97563"/>
                      <a:pt x="43519" y="97563"/>
                    </a:cubicBezTo>
                    <a:lnTo>
                      <a:pt x="43671" y="97563"/>
                    </a:lnTo>
                    <a:cubicBezTo>
                      <a:pt x="69529" y="97563"/>
                      <a:pt x="88657" y="79447"/>
                      <a:pt x="88657" y="47820"/>
                    </a:cubicBezTo>
                    <a:cubicBezTo>
                      <a:pt x="88657" y="20798"/>
                      <a:pt x="72413" y="0"/>
                      <a:pt x="44936" y="0"/>
                    </a:cubicBezTo>
                    <a:close/>
                    <a:moveTo>
                      <a:pt x="44278" y="83748"/>
                    </a:moveTo>
                    <a:lnTo>
                      <a:pt x="44126" y="83748"/>
                    </a:lnTo>
                    <a:cubicBezTo>
                      <a:pt x="27680" y="83748"/>
                      <a:pt x="18015" y="67859"/>
                      <a:pt x="18065" y="49085"/>
                    </a:cubicBezTo>
                    <a:cubicBezTo>
                      <a:pt x="18065" y="30261"/>
                      <a:pt x="27123" y="13815"/>
                      <a:pt x="44278" y="13815"/>
                    </a:cubicBezTo>
                    <a:cubicBezTo>
                      <a:pt x="61432" y="13815"/>
                      <a:pt x="70288" y="30666"/>
                      <a:pt x="70288" y="48478"/>
                    </a:cubicBezTo>
                    <a:cubicBezTo>
                      <a:pt x="70288" y="68213"/>
                      <a:pt x="60876" y="83748"/>
                      <a:pt x="44227" y="8374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9F05B4D-B178-DFD4-1202-69F180E06307}"/>
                  </a:ext>
                </a:extLst>
              </p:cNvPr>
              <p:cNvSpPr/>
              <p:nvPr/>
            </p:nvSpPr>
            <p:spPr>
              <a:xfrm>
                <a:off x="1423923" y="2568207"/>
                <a:ext cx="73374" cy="97411"/>
              </a:xfrm>
              <a:custGeom>
                <a:avLst/>
                <a:gdLst>
                  <a:gd name="connsiteX0" fmla="*/ 51261 w 73374"/>
                  <a:gd name="connsiteY0" fmla="*/ 14220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5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20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20"/>
                    </a:moveTo>
                    <a:cubicBezTo>
                      <a:pt x="58953" y="14220"/>
                      <a:pt x="65227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5" y="93110"/>
                    </a:cubicBezTo>
                    <a:lnTo>
                      <a:pt x="69782" y="79498"/>
                    </a:lnTo>
                    <a:cubicBezTo>
                      <a:pt x="65227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20"/>
                      <a:pt x="51210" y="1422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571657C-C7D3-ED5B-3B78-DFBEE09EB1C4}"/>
                  </a:ext>
                </a:extLst>
              </p:cNvPr>
              <p:cNvSpPr/>
              <p:nvPr/>
            </p:nvSpPr>
            <p:spPr>
              <a:xfrm>
                <a:off x="1126832" y="2569675"/>
                <a:ext cx="56017" cy="94425"/>
              </a:xfrm>
              <a:custGeom>
                <a:avLst/>
                <a:gdLst>
                  <a:gd name="connsiteX0" fmla="*/ 17205 w 56017"/>
                  <a:gd name="connsiteY0" fmla="*/ 0 h 94425"/>
                  <a:gd name="connsiteX1" fmla="*/ 0 w 56017"/>
                  <a:gd name="connsiteY1" fmla="*/ 0 h 94425"/>
                  <a:gd name="connsiteX2" fmla="*/ 0 w 56017"/>
                  <a:gd name="connsiteY2" fmla="*/ 94426 h 94425"/>
                  <a:gd name="connsiteX3" fmla="*/ 56018 w 56017"/>
                  <a:gd name="connsiteY3" fmla="*/ 94426 h 94425"/>
                  <a:gd name="connsiteX4" fmla="*/ 56018 w 56017"/>
                  <a:gd name="connsiteY4" fmla="*/ 79953 h 94425"/>
                  <a:gd name="connsiteX5" fmla="*/ 17205 w 56017"/>
                  <a:gd name="connsiteY5" fmla="*/ 79953 h 94425"/>
                  <a:gd name="connsiteX6" fmla="*/ 17205 w 56017"/>
                  <a:gd name="connsiteY6" fmla="*/ 0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6017" h="94425">
                    <a:moveTo>
                      <a:pt x="17205" y="0"/>
                    </a:moveTo>
                    <a:lnTo>
                      <a:pt x="0" y="0"/>
                    </a:lnTo>
                    <a:lnTo>
                      <a:pt x="0" y="94426"/>
                    </a:lnTo>
                    <a:lnTo>
                      <a:pt x="56018" y="94426"/>
                    </a:lnTo>
                    <a:lnTo>
                      <a:pt x="56018" y="79953"/>
                    </a:lnTo>
                    <a:lnTo>
                      <a:pt x="17205" y="79953"/>
                    </a:lnTo>
                    <a:lnTo>
                      <a:pt x="1720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4F8A614F-D226-19D4-4CBC-306DC233C42B}"/>
                  </a:ext>
                </a:extLst>
              </p:cNvPr>
              <p:cNvSpPr/>
              <p:nvPr/>
            </p:nvSpPr>
            <p:spPr>
              <a:xfrm>
                <a:off x="1033469" y="2569675"/>
                <a:ext cx="73728" cy="95994"/>
              </a:xfrm>
              <a:custGeom>
                <a:avLst/>
                <a:gdLst>
                  <a:gd name="connsiteX0" fmla="*/ 73729 w 73728"/>
                  <a:gd name="connsiteY0" fmla="*/ 53943 h 95994"/>
                  <a:gd name="connsiteX1" fmla="*/ 73729 w 73728"/>
                  <a:gd name="connsiteY1" fmla="*/ 0 h 95994"/>
                  <a:gd name="connsiteX2" fmla="*/ 56473 w 73728"/>
                  <a:gd name="connsiteY2" fmla="*/ 0 h 95994"/>
                  <a:gd name="connsiteX3" fmla="*/ 56473 w 73728"/>
                  <a:gd name="connsiteY3" fmla="*/ 55056 h 95994"/>
                  <a:gd name="connsiteX4" fmla="*/ 36586 w 73728"/>
                  <a:gd name="connsiteY4" fmla="*/ 82078 h 95994"/>
                  <a:gd name="connsiteX5" fmla="*/ 17256 w 73728"/>
                  <a:gd name="connsiteY5" fmla="*/ 55056 h 95994"/>
                  <a:gd name="connsiteX6" fmla="*/ 17256 w 73728"/>
                  <a:gd name="connsiteY6" fmla="*/ 0 h 95994"/>
                  <a:gd name="connsiteX7" fmla="*/ 0 w 73728"/>
                  <a:gd name="connsiteY7" fmla="*/ 0 h 95994"/>
                  <a:gd name="connsiteX8" fmla="*/ 0 w 73728"/>
                  <a:gd name="connsiteY8" fmla="*/ 54044 h 95994"/>
                  <a:gd name="connsiteX9" fmla="*/ 35928 w 73728"/>
                  <a:gd name="connsiteY9" fmla="*/ 95994 h 95994"/>
                  <a:gd name="connsiteX10" fmla="*/ 73678 w 73728"/>
                  <a:gd name="connsiteY10" fmla="*/ 53943 h 95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728" h="95994">
                    <a:moveTo>
                      <a:pt x="73729" y="53943"/>
                    </a:moveTo>
                    <a:lnTo>
                      <a:pt x="73729" y="0"/>
                    </a:lnTo>
                    <a:lnTo>
                      <a:pt x="56473" y="0"/>
                    </a:lnTo>
                    <a:lnTo>
                      <a:pt x="56473" y="55056"/>
                    </a:lnTo>
                    <a:cubicBezTo>
                      <a:pt x="56473" y="73577"/>
                      <a:pt x="49035" y="82078"/>
                      <a:pt x="36586" y="82078"/>
                    </a:cubicBezTo>
                    <a:cubicBezTo>
                      <a:pt x="24897" y="82078"/>
                      <a:pt x="17256" y="73476"/>
                      <a:pt x="17256" y="55056"/>
                    </a:cubicBezTo>
                    <a:lnTo>
                      <a:pt x="17256" y="0"/>
                    </a:lnTo>
                    <a:lnTo>
                      <a:pt x="0" y="0"/>
                    </a:lnTo>
                    <a:lnTo>
                      <a:pt x="0" y="54044"/>
                    </a:lnTo>
                    <a:cubicBezTo>
                      <a:pt x="0" y="83748"/>
                      <a:pt x="14169" y="95994"/>
                      <a:pt x="35928" y="95994"/>
                    </a:cubicBezTo>
                    <a:cubicBezTo>
                      <a:pt x="57688" y="95994"/>
                      <a:pt x="73678" y="83040"/>
                      <a:pt x="73678" y="539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CAA2631-CC3B-BA06-D00B-8D85EF173D8B}"/>
                  </a:ext>
                </a:extLst>
              </p:cNvPr>
              <p:cNvSpPr/>
              <p:nvPr/>
            </p:nvSpPr>
            <p:spPr>
              <a:xfrm>
                <a:off x="866428" y="2569675"/>
                <a:ext cx="74892" cy="94476"/>
              </a:xfrm>
              <a:custGeom>
                <a:avLst/>
                <a:gdLst>
                  <a:gd name="connsiteX0" fmla="*/ 74842 w 74892"/>
                  <a:gd name="connsiteY0" fmla="*/ 0 h 94476"/>
                  <a:gd name="connsiteX1" fmla="*/ 58902 w 74892"/>
                  <a:gd name="connsiteY1" fmla="*/ 0 h 94476"/>
                  <a:gd name="connsiteX2" fmla="*/ 58902 w 74892"/>
                  <a:gd name="connsiteY2" fmla="*/ 32943 h 94476"/>
                  <a:gd name="connsiteX3" fmla="*/ 60420 w 74892"/>
                  <a:gd name="connsiteY3" fmla="*/ 72110 h 94476"/>
                  <a:gd name="connsiteX4" fmla="*/ 60117 w 74892"/>
                  <a:gd name="connsiteY4" fmla="*/ 72211 h 94476"/>
                  <a:gd name="connsiteX5" fmla="*/ 44075 w 74892"/>
                  <a:gd name="connsiteY5" fmla="*/ 40584 h 94476"/>
                  <a:gd name="connsiteX6" fmla="*/ 19685 w 74892"/>
                  <a:gd name="connsiteY6" fmla="*/ 51 h 94476"/>
                  <a:gd name="connsiteX7" fmla="*/ 0 w 74892"/>
                  <a:gd name="connsiteY7" fmla="*/ 51 h 94476"/>
                  <a:gd name="connsiteX8" fmla="*/ 0 w 74892"/>
                  <a:gd name="connsiteY8" fmla="*/ 94476 h 94476"/>
                  <a:gd name="connsiteX9" fmla="*/ 15940 w 74892"/>
                  <a:gd name="connsiteY9" fmla="*/ 94476 h 94476"/>
                  <a:gd name="connsiteX10" fmla="*/ 15940 w 74892"/>
                  <a:gd name="connsiteY10" fmla="*/ 60673 h 94476"/>
                  <a:gd name="connsiteX11" fmla="*/ 15029 w 74892"/>
                  <a:gd name="connsiteY11" fmla="*/ 20444 h 94476"/>
                  <a:gd name="connsiteX12" fmla="*/ 15485 w 74892"/>
                  <a:gd name="connsiteY12" fmla="*/ 20342 h 94476"/>
                  <a:gd name="connsiteX13" fmla="*/ 32386 w 74892"/>
                  <a:gd name="connsiteY13" fmla="*/ 52931 h 94476"/>
                  <a:gd name="connsiteX14" fmla="*/ 57030 w 74892"/>
                  <a:gd name="connsiteY14" fmla="*/ 94476 h 94476"/>
                  <a:gd name="connsiteX15" fmla="*/ 74893 w 74892"/>
                  <a:gd name="connsiteY15" fmla="*/ 94476 h 94476"/>
                  <a:gd name="connsiteX16" fmla="*/ 74893 w 74892"/>
                  <a:gd name="connsiteY16" fmla="*/ 51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4892" h="94476">
                    <a:moveTo>
                      <a:pt x="74842" y="0"/>
                    </a:moveTo>
                    <a:lnTo>
                      <a:pt x="58902" y="0"/>
                    </a:lnTo>
                    <a:lnTo>
                      <a:pt x="58902" y="32943"/>
                    </a:lnTo>
                    <a:cubicBezTo>
                      <a:pt x="58902" y="47365"/>
                      <a:pt x="59206" y="59560"/>
                      <a:pt x="60420" y="72110"/>
                    </a:cubicBezTo>
                    <a:lnTo>
                      <a:pt x="60117" y="72211"/>
                    </a:lnTo>
                    <a:cubicBezTo>
                      <a:pt x="55765" y="61938"/>
                      <a:pt x="50300" y="50957"/>
                      <a:pt x="44075" y="40584"/>
                    </a:cubicBezTo>
                    <a:lnTo>
                      <a:pt x="19685" y="51"/>
                    </a:lnTo>
                    <a:lnTo>
                      <a:pt x="0" y="51"/>
                    </a:lnTo>
                    <a:lnTo>
                      <a:pt x="0" y="94476"/>
                    </a:lnTo>
                    <a:lnTo>
                      <a:pt x="15940" y="94476"/>
                    </a:lnTo>
                    <a:lnTo>
                      <a:pt x="15940" y="60673"/>
                    </a:lnTo>
                    <a:cubicBezTo>
                      <a:pt x="15940" y="45189"/>
                      <a:pt x="15687" y="32690"/>
                      <a:pt x="15029" y="20444"/>
                    </a:cubicBezTo>
                    <a:lnTo>
                      <a:pt x="15485" y="20342"/>
                    </a:lnTo>
                    <a:cubicBezTo>
                      <a:pt x="20140" y="31020"/>
                      <a:pt x="26263" y="42608"/>
                      <a:pt x="32386" y="52931"/>
                    </a:cubicBezTo>
                    <a:lnTo>
                      <a:pt x="57030" y="94476"/>
                    </a:lnTo>
                    <a:lnTo>
                      <a:pt x="74893" y="94476"/>
                    </a:lnTo>
                    <a:lnTo>
                      <a:pt x="74893" y="5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0B7F5E31-472C-0448-AC85-2648C1A057B6}"/>
                  </a:ext>
                </a:extLst>
              </p:cNvPr>
              <p:cNvSpPr/>
              <p:nvPr/>
            </p:nvSpPr>
            <p:spPr>
              <a:xfrm>
                <a:off x="997743" y="2711313"/>
                <a:ext cx="17205" cy="94425"/>
              </a:xfrm>
              <a:custGeom>
                <a:avLst/>
                <a:gdLst>
                  <a:gd name="connsiteX0" fmla="*/ 0 w 17205"/>
                  <a:gd name="connsiteY0" fmla="*/ 0 h 94425"/>
                  <a:gd name="connsiteX1" fmla="*/ 17205 w 17205"/>
                  <a:gd name="connsiteY1" fmla="*/ 0 h 94425"/>
                  <a:gd name="connsiteX2" fmla="*/ 17205 w 17205"/>
                  <a:gd name="connsiteY2" fmla="*/ 94426 h 94425"/>
                  <a:gd name="connsiteX3" fmla="*/ 0 w 17205"/>
                  <a:gd name="connsiteY3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5" h="94425">
                    <a:moveTo>
                      <a:pt x="0" y="0"/>
                    </a:moveTo>
                    <a:lnTo>
                      <a:pt x="17205" y="0"/>
                    </a:lnTo>
                    <a:lnTo>
                      <a:pt x="17205" y="94426"/>
                    </a:lnTo>
                    <a:lnTo>
                      <a:pt x="0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BC3459ED-F7A2-BCF6-070D-8D03936F959C}"/>
                  </a:ext>
                </a:extLst>
              </p:cNvPr>
              <p:cNvSpPr/>
              <p:nvPr/>
            </p:nvSpPr>
            <p:spPr>
              <a:xfrm>
                <a:off x="833536" y="2711262"/>
                <a:ext cx="66239" cy="94476"/>
              </a:xfrm>
              <a:custGeom>
                <a:avLst/>
                <a:gdLst>
                  <a:gd name="connsiteX0" fmla="*/ 45796 w 66239"/>
                  <a:gd name="connsiteY0" fmla="*/ 50198 h 94476"/>
                  <a:gd name="connsiteX1" fmla="*/ 45796 w 66239"/>
                  <a:gd name="connsiteY1" fmla="*/ 49794 h 94476"/>
                  <a:gd name="connsiteX2" fmla="*/ 62799 w 66239"/>
                  <a:gd name="connsiteY2" fmla="*/ 26364 h 94476"/>
                  <a:gd name="connsiteX3" fmla="*/ 54753 w 66239"/>
                  <a:gd name="connsiteY3" fmla="*/ 7540 h 94476"/>
                  <a:gd name="connsiteX4" fmla="*/ 25909 w 66239"/>
                  <a:gd name="connsiteY4" fmla="*/ 0 h 94476"/>
                  <a:gd name="connsiteX5" fmla="*/ 0 w 66239"/>
                  <a:gd name="connsiteY5" fmla="*/ 2024 h 94476"/>
                  <a:gd name="connsiteX6" fmla="*/ 0 w 66239"/>
                  <a:gd name="connsiteY6" fmla="*/ 94476 h 94476"/>
                  <a:gd name="connsiteX7" fmla="*/ 16952 w 66239"/>
                  <a:gd name="connsiteY7" fmla="*/ 94476 h 94476"/>
                  <a:gd name="connsiteX8" fmla="*/ 16952 w 66239"/>
                  <a:gd name="connsiteY8" fmla="*/ 55967 h 94476"/>
                  <a:gd name="connsiteX9" fmla="*/ 25555 w 66239"/>
                  <a:gd name="connsiteY9" fmla="*/ 55967 h 94476"/>
                  <a:gd name="connsiteX10" fmla="*/ 42406 w 66239"/>
                  <a:gd name="connsiteY10" fmla="*/ 72363 h 94476"/>
                  <a:gd name="connsiteX11" fmla="*/ 48680 w 66239"/>
                  <a:gd name="connsiteY11" fmla="*/ 94476 h 94476"/>
                  <a:gd name="connsiteX12" fmla="*/ 66240 w 66239"/>
                  <a:gd name="connsiteY12" fmla="*/ 94476 h 94476"/>
                  <a:gd name="connsiteX13" fmla="*/ 58852 w 66239"/>
                  <a:gd name="connsiteY13" fmla="*/ 68365 h 94476"/>
                  <a:gd name="connsiteX14" fmla="*/ 45796 w 66239"/>
                  <a:gd name="connsiteY14" fmla="*/ 50249 h 94476"/>
                  <a:gd name="connsiteX15" fmla="*/ 27022 w 66239"/>
                  <a:gd name="connsiteY15" fmla="*/ 43367 h 94476"/>
                  <a:gd name="connsiteX16" fmla="*/ 16901 w 66239"/>
                  <a:gd name="connsiteY16" fmla="*/ 43367 h 94476"/>
                  <a:gd name="connsiteX17" fmla="*/ 16901 w 66239"/>
                  <a:gd name="connsiteY17" fmla="*/ 13764 h 94476"/>
                  <a:gd name="connsiteX18" fmla="*/ 27528 w 66239"/>
                  <a:gd name="connsiteY18" fmla="*/ 12904 h 94476"/>
                  <a:gd name="connsiteX19" fmla="*/ 45745 w 66239"/>
                  <a:gd name="connsiteY19" fmla="*/ 27933 h 94476"/>
                  <a:gd name="connsiteX20" fmla="*/ 27022 w 66239"/>
                  <a:gd name="connsiteY20" fmla="*/ 43367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6239" h="94476">
                    <a:moveTo>
                      <a:pt x="45796" y="50198"/>
                    </a:moveTo>
                    <a:lnTo>
                      <a:pt x="45796" y="49794"/>
                    </a:lnTo>
                    <a:cubicBezTo>
                      <a:pt x="54601" y="46656"/>
                      <a:pt x="62799" y="38458"/>
                      <a:pt x="62799" y="26364"/>
                    </a:cubicBezTo>
                    <a:cubicBezTo>
                      <a:pt x="62799" y="18318"/>
                      <a:pt x="59864" y="11841"/>
                      <a:pt x="54753" y="7540"/>
                    </a:cubicBezTo>
                    <a:cubicBezTo>
                      <a:pt x="48427" y="2277"/>
                      <a:pt x="37548" y="0"/>
                      <a:pt x="25909" y="0"/>
                    </a:cubicBezTo>
                    <a:cubicBezTo>
                      <a:pt x="14270" y="0"/>
                      <a:pt x="6528" y="810"/>
                      <a:pt x="0" y="2024"/>
                    </a:cubicBezTo>
                    <a:lnTo>
                      <a:pt x="0" y="94476"/>
                    </a:lnTo>
                    <a:cubicBezTo>
                      <a:pt x="0" y="94476"/>
                      <a:pt x="16952" y="94476"/>
                      <a:pt x="16952" y="94476"/>
                    </a:cubicBezTo>
                    <a:lnTo>
                      <a:pt x="16952" y="55967"/>
                    </a:lnTo>
                    <a:lnTo>
                      <a:pt x="25555" y="55967"/>
                    </a:lnTo>
                    <a:cubicBezTo>
                      <a:pt x="35270" y="56220"/>
                      <a:pt x="39724" y="60167"/>
                      <a:pt x="42406" y="72363"/>
                    </a:cubicBezTo>
                    <a:cubicBezTo>
                      <a:pt x="45037" y="84001"/>
                      <a:pt x="47263" y="91744"/>
                      <a:pt x="48680" y="94476"/>
                    </a:cubicBezTo>
                    <a:lnTo>
                      <a:pt x="66240" y="94476"/>
                    </a:lnTo>
                    <a:cubicBezTo>
                      <a:pt x="64367" y="90833"/>
                      <a:pt x="61837" y="80054"/>
                      <a:pt x="58852" y="68365"/>
                    </a:cubicBezTo>
                    <a:cubicBezTo>
                      <a:pt x="56524" y="59256"/>
                      <a:pt x="52577" y="52779"/>
                      <a:pt x="45796" y="50249"/>
                    </a:cubicBezTo>
                    <a:close/>
                    <a:moveTo>
                      <a:pt x="27022" y="43367"/>
                    </a:moveTo>
                    <a:lnTo>
                      <a:pt x="16901" y="43367"/>
                    </a:lnTo>
                    <a:lnTo>
                      <a:pt x="16901" y="13764"/>
                    </a:lnTo>
                    <a:cubicBezTo>
                      <a:pt x="18622" y="13309"/>
                      <a:pt x="22114" y="12904"/>
                      <a:pt x="27528" y="12904"/>
                    </a:cubicBezTo>
                    <a:cubicBezTo>
                      <a:pt x="38610" y="12904"/>
                      <a:pt x="45745" y="17711"/>
                      <a:pt x="45745" y="27933"/>
                    </a:cubicBezTo>
                    <a:cubicBezTo>
                      <a:pt x="45745" y="37244"/>
                      <a:pt x="38610" y="43367"/>
                      <a:pt x="27022" y="4336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732A5E2-CFB3-A79A-5F56-E102BB2BF313}"/>
                  </a:ext>
                </a:extLst>
              </p:cNvPr>
              <p:cNvSpPr/>
              <p:nvPr/>
            </p:nvSpPr>
            <p:spPr>
              <a:xfrm>
                <a:off x="904835" y="2711313"/>
                <a:ext cx="82837" cy="94425"/>
              </a:xfrm>
              <a:custGeom>
                <a:avLst/>
                <a:gdLst>
                  <a:gd name="connsiteX0" fmla="*/ 50704 w 82837"/>
                  <a:gd name="connsiteY0" fmla="*/ 43215 h 94425"/>
                  <a:gd name="connsiteX1" fmla="*/ 41140 w 82837"/>
                  <a:gd name="connsiteY1" fmla="*/ 77372 h 94425"/>
                  <a:gd name="connsiteX2" fmla="*/ 40837 w 82837"/>
                  <a:gd name="connsiteY2" fmla="*/ 77372 h 94425"/>
                  <a:gd name="connsiteX3" fmla="*/ 31627 w 82837"/>
                  <a:gd name="connsiteY3" fmla="*/ 42962 h 94425"/>
                  <a:gd name="connsiteX4" fmla="*/ 18774 w 82837"/>
                  <a:gd name="connsiteY4" fmla="*/ 0 h 94425"/>
                  <a:gd name="connsiteX5" fmla="*/ 0 w 82837"/>
                  <a:gd name="connsiteY5" fmla="*/ 0 h 94425"/>
                  <a:gd name="connsiteX6" fmla="*/ 30514 w 82837"/>
                  <a:gd name="connsiteY6" fmla="*/ 94426 h 94425"/>
                  <a:gd name="connsiteX7" fmla="*/ 50249 w 82837"/>
                  <a:gd name="connsiteY7" fmla="*/ 94426 h 94425"/>
                  <a:gd name="connsiteX8" fmla="*/ 82837 w 82837"/>
                  <a:gd name="connsiteY8" fmla="*/ 0 h 94425"/>
                  <a:gd name="connsiteX9" fmla="*/ 64519 w 82837"/>
                  <a:gd name="connsiteY9" fmla="*/ 0 h 94425"/>
                  <a:gd name="connsiteX10" fmla="*/ 50755 w 82837"/>
                  <a:gd name="connsiteY10" fmla="*/ 43215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837" h="94425">
                    <a:moveTo>
                      <a:pt x="50704" y="43215"/>
                    </a:moveTo>
                    <a:cubicBezTo>
                      <a:pt x="47061" y="54702"/>
                      <a:pt x="43620" y="66240"/>
                      <a:pt x="41140" y="77372"/>
                    </a:cubicBezTo>
                    <a:lnTo>
                      <a:pt x="40837" y="77372"/>
                    </a:lnTo>
                    <a:cubicBezTo>
                      <a:pt x="38408" y="65936"/>
                      <a:pt x="35169" y="54904"/>
                      <a:pt x="31627" y="42962"/>
                    </a:cubicBezTo>
                    <a:lnTo>
                      <a:pt x="18774" y="0"/>
                    </a:lnTo>
                    <a:lnTo>
                      <a:pt x="0" y="0"/>
                    </a:lnTo>
                    <a:lnTo>
                      <a:pt x="30514" y="94426"/>
                    </a:lnTo>
                    <a:lnTo>
                      <a:pt x="50249" y="94426"/>
                    </a:lnTo>
                    <a:lnTo>
                      <a:pt x="82837" y="0"/>
                    </a:lnTo>
                    <a:lnTo>
                      <a:pt x="64519" y="0"/>
                    </a:lnTo>
                    <a:lnTo>
                      <a:pt x="50755" y="4321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C8C70CDE-9CF3-792B-5EC0-BA11D7E8D99E}"/>
                  </a:ext>
                </a:extLst>
              </p:cNvPr>
              <p:cNvSpPr/>
              <p:nvPr/>
            </p:nvSpPr>
            <p:spPr>
              <a:xfrm>
                <a:off x="1116964" y="2711313"/>
                <a:ext cx="56979" cy="94425"/>
              </a:xfrm>
              <a:custGeom>
                <a:avLst/>
                <a:gdLst>
                  <a:gd name="connsiteX0" fmla="*/ 17205 w 56979"/>
                  <a:gd name="connsiteY0" fmla="*/ 52526 h 94425"/>
                  <a:gd name="connsiteX1" fmla="*/ 52779 w 56979"/>
                  <a:gd name="connsiteY1" fmla="*/ 52526 h 94425"/>
                  <a:gd name="connsiteX2" fmla="*/ 52779 w 56979"/>
                  <a:gd name="connsiteY2" fmla="*/ 38458 h 94425"/>
                  <a:gd name="connsiteX3" fmla="*/ 17205 w 56979"/>
                  <a:gd name="connsiteY3" fmla="*/ 38458 h 94425"/>
                  <a:gd name="connsiteX4" fmla="*/ 17205 w 56979"/>
                  <a:gd name="connsiteY4" fmla="*/ 14219 h 94425"/>
                  <a:gd name="connsiteX5" fmla="*/ 54905 w 56979"/>
                  <a:gd name="connsiteY5" fmla="*/ 14219 h 94425"/>
                  <a:gd name="connsiteX6" fmla="*/ 54905 w 56979"/>
                  <a:gd name="connsiteY6" fmla="*/ 0 h 94425"/>
                  <a:gd name="connsiteX7" fmla="*/ 0 w 56979"/>
                  <a:gd name="connsiteY7" fmla="*/ 0 h 94425"/>
                  <a:gd name="connsiteX8" fmla="*/ 0 w 56979"/>
                  <a:gd name="connsiteY8" fmla="*/ 94426 h 94425"/>
                  <a:gd name="connsiteX9" fmla="*/ 56979 w 56979"/>
                  <a:gd name="connsiteY9" fmla="*/ 94426 h 94425"/>
                  <a:gd name="connsiteX10" fmla="*/ 56979 w 56979"/>
                  <a:gd name="connsiteY10" fmla="*/ 80257 h 94425"/>
                  <a:gd name="connsiteX11" fmla="*/ 17205 w 56979"/>
                  <a:gd name="connsiteY11" fmla="*/ 80257 h 94425"/>
                  <a:gd name="connsiteX12" fmla="*/ 17205 w 56979"/>
                  <a:gd name="connsiteY12" fmla="*/ 525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979" h="94425">
                    <a:moveTo>
                      <a:pt x="17205" y="52526"/>
                    </a:moveTo>
                    <a:lnTo>
                      <a:pt x="52779" y="52526"/>
                    </a:lnTo>
                    <a:lnTo>
                      <a:pt x="52779" y="38458"/>
                    </a:lnTo>
                    <a:lnTo>
                      <a:pt x="17205" y="38458"/>
                    </a:lnTo>
                    <a:lnTo>
                      <a:pt x="17205" y="14219"/>
                    </a:lnTo>
                    <a:lnTo>
                      <a:pt x="54905" y="14219"/>
                    </a:lnTo>
                    <a:lnTo>
                      <a:pt x="54905" y="0"/>
                    </a:lnTo>
                    <a:lnTo>
                      <a:pt x="0" y="0"/>
                    </a:lnTo>
                    <a:lnTo>
                      <a:pt x="0" y="94426"/>
                    </a:lnTo>
                    <a:lnTo>
                      <a:pt x="56979" y="94426"/>
                    </a:lnTo>
                    <a:lnTo>
                      <a:pt x="56979" y="80257"/>
                    </a:lnTo>
                    <a:lnTo>
                      <a:pt x="17205" y="80257"/>
                    </a:lnTo>
                    <a:lnTo>
                      <a:pt x="17205" y="525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D0F95FE-1767-FF96-96DF-AF2A4FE70A92}"/>
                  </a:ext>
                </a:extLst>
              </p:cNvPr>
              <p:cNvSpPr/>
              <p:nvPr/>
            </p:nvSpPr>
            <p:spPr>
              <a:xfrm>
                <a:off x="1029724" y="2709846"/>
                <a:ext cx="73374" cy="97411"/>
              </a:xfrm>
              <a:custGeom>
                <a:avLst/>
                <a:gdLst>
                  <a:gd name="connsiteX0" fmla="*/ 51261 w 73374"/>
                  <a:gd name="connsiteY0" fmla="*/ 14219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6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19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19"/>
                    </a:moveTo>
                    <a:cubicBezTo>
                      <a:pt x="58953" y="14219"/>
                      <a:pt x="65228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6" y="93110"/>
                    </a:cubicBezTo>
                    <a:lnTo>
                      <a:pt x="69782" y="79498"/>
                    </a:lnTo>
                    <a:cubicBezTo>
                      <a:pt x="65228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19"/>
                      <a:pt x="51210" y="1421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AD7B59EB-E3FC-E114-E5A8-EFAD67542E10}"/>
                  </a:ext>
                </a:extLst>
              </p:cNvPr>
              <p:cNvSpPr/>
              <p:nvPr/>
            </p:nvSpPr>
            <p:spPr>
              <a:xfrm>
                <a:off x="684712" y="2709846"/>
                <a:ext cx="61280" cy="97411"/>
              </a:xfrm>
              <a:custGeom>
                <a:avLst/>
                <a:gdLst>
                  <a:gd name="connsiteX0" fmla="*/ 36991 w 61280"/>
                  <a:gd name="connsiteY0" fmla="*/ 40938 h 97411"/>
                  <a:gd name="connsiteX1" fmla="*/ 18926 w 61280"/>
                  <a:gd name="connsiteY1" fmla="*/ 25453 h 97411"/>
                  <a:gd name="connsiteX2" fmla="*/ 34511 w 61280"/>
                  <a:gd name="connsiteY2" fmla="*/ 14068 h 97411"/>
                  <a:gd name="connsiteX3" fmla="*/ 53336 w 61280"/>
                  <a:gd name="connsiteY3" fmla="*/ 18571 h 97411"/>
                  <a:gd name="connsiteX4" fmla="*/ 57485 w 61280"/>
                  <a:gd name="connsiteY4" fmla="*/ 4655 h 97411"/>
                  <a:gd name="connsiteX5" fmla="*/ 34866 w 61280"/>
                  <a:gd name="connsiteY5" fmla="*/ 0 h 97411"/>
                  <a:gd name="connsiteX6" fmla="*/ 1518 w 61280"/>
                  <a:gd name="connsiteY6" fmla="*/ 27123 h 97411"/>
                  <a:gd name="connsiteX7" fmla="*/ 27073 w 61280"/>
                  <a:gd name="connsiteY7" fmla="*/ 54550 h 97411"/>
                  <a:gd name="connsiteX8" fmla="*/ 43772 w 61280"/>
                  <a:gd name="connsiteY8" fmla="*/ 70237 h 97411"/>
                  <a:gd name="connsiteX9" fmla="*/ 26617 w 61280"/>
                  <a:gd name="connsiteY9" fmla="*/ 83141 h 97411"/>
                  <a:gd name="connsiteX10" fmla="*/ 3846 w 61280"/>
                  <a:gd name="connsiteY10" fmla="*/ 77119 h 97411"/>
                  <a:gd name="connsiteX11" fmla="*/ 0 w 61280"/>
                  <a:gd name="connsiteY11" fmla="*/ 91389 h 97411"/>
                  <a:gd name="connsiteX12" fmla="*/ 25504 w 61280"/>
                  <a:gd name="connsiteY12" fmla="*/ 97411 h 97411"/>
                  <a:gd name="connsiteX13" fmla="*/ 61280 w 61280"/>
                  <a:gd name="connsiteY13" fmla="*/ 69023 h 97411"/>
                  <a:gd name="connsiteX14" fmla="*/ 37042 w 61280"/>
                  <a:gd name="connsiteY14" fmla="*/ 40938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36991" y="40938"/>
                    </a:moveTo>
                    <a:cubicBezTo>
                      <a:pt x="24391" y="36131"/>
                      <a:pt x="18926" y="32740"/>
                      <a:pt x="18926" y="25453"/>
                    </a:cubicBezTo>
                    <a:cubicBezTo>
                      <a:pt x="18926" y="19887"/>
                      <a:pt x="23581" y="14068"/>
                      <a:pt x="34511" y="14068"/>
                    </a:cubicBezTo>
                    <a:cubicBezTo>
                      <a:pt x="43367" y="14068"/>
                      <a:pt x="49945" y="16750"/>
                      <a:pt x="53336" y="18571"/>
                    </a:cubicBezTo>
                    <a:lnTo>
                      <a:pt x="57485" y="4655"/>
                    </a:lnTo>
                    <a:cubicBezTo>
                      <a:pt x="52577" y="2176"/>
                      <a:pt x="45087" y="0"/>
                      <a:pt x="34866" y="0"/>
                    </a:cubicBezTo>
                    <a:cubicBezTo>
                      <a:pt x="14422" y="0"/>
                      <a:pt x="1518" y="11639"/>
                      <a:pt x="1518" y="27123"/>
                    </a:cubicBezTo>
                    <a:cubicBezTo>
                      <a:pt x="1518" y="40685"/>
                      <a:pt x="11487" y="49035"/>
                      <a:pt x="27073" y="54550"/>
                    </a:cubicBezTo>
                    <a:cubicBezTo>
                      <a:pt x="39015" y="58902"/>
                      <a:pt x="43772" y="63102"/>
                      <a:pt x="43772" y="70237"/>
                    </a:cubicBezTo>
                    <a:cubicBezTo>
                      <a:pt x="43772" y="77980"/>
                      <a:pt x="37598" y="83141"/>
                      <a:pt x="26617" y="83141"/>
                    </a:cubicBez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2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A864506F-65A5-8859-6851-EF53B8B15FEE}"/>
                  </a:ext>
                </a:extLst>
              </p:cNvPr>
              <p:cNvSpPr/>
              <p:nvPr/>
            </p:nvSpPr>
            <p:spPr>
              <a:xfrm>
                <a:off x="761426" y="2711313"/>
                <a:ext cx="56979" cy="94425"/>
              </a:xfrm>
              <a:custGeom>
                <a:avLst/>
                <a:gdLst>
                  <a:gd name="connsiteX0" fmla="*/ 17256 w 56979"/>
                  <a:gd name="connsiteY0" fmla="*/ 52526 h 94425"/>
                  <a:gd name="connsiteX1" fmla="*/ 52779 w 56979"/>
                  <a:gd name="connsiteY1" fmla="*/ 52526 h 94425"/>
                  <a:gd name="connsiteX2" fmla="*/ 52779 w 56979"/>
                  <a:gd name="connsiteY2" fmla="*/ 38458 h 94425"/>
                  <a:gd name="connsiteX3" fmla="*/ 17256 w 56979"/>
                  <a:gd name="connsiteY3" fmla="*/ 38458 h 94425"/>
                  <a:gd name="connsiteX4" fmla="*/ 17256 w 56979"/>
                  <a:gd name="connsiteY4" fmla="*/ 14219 h 94425"/>
                  <a:gd name="connsiteX5" fmla="*/ 54905 w 56979"/>
                  <a:gd name="connsiteY5" fmla="*/ 14219 h 94425"/>
                  <a:gd name="connsiteX6" fmla="*/ 54905 w 56979"/>
                  <a:gd name="connsiteY6" fmla="*/ 0 h 94425"/>
                  <a:gd name="connsiteX7" fmla="*/ 0 w 56979"/>
                  <a:gd name="connsiteY7" fmla="*/ 0 h 94425"/>
                  <a:gd name="connsiteX8" fmla="*/ 0 w 56979"/>
                  <a:gd name="connsiteY8" fmla="*/ 94426 h 94425"/>
                  <a:gd name="connsiteX9" fmla="*/ 56979 w 56979"/>
                  <a:gd name="connsiteY9" fmla="*/ 94426 h 94425"/>
                  <a:gd name="connsiteX10" fmla="*/ 56979 w 56979"/>
                  <a:gd name="connsiteY10" fmla="*/ 80257 h 94425"/>
                  <a:gd name="connsiteX11" fmla="*/ 17256 w 56979"/>
                  <a:gd name="connsiteY11" fmla="*/ 80257 h 94425"/>
                  <a:gd name="connsiteX12" fmla="*/ 17256 w 56979"/>
                  <a:gd name="connsiteY12" fmla="*/ 525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979" h="94425">
                    <a:moveTo>
                      <a:pt x="17256" y="52526"/>
                    </a:moveTo>
                    <a:lnTo>
                      <a:pt x="52779" y="52526"/>
                    </a:lnTo>
                    <a:lnTo>
                      <a:pt x="52779" y="38458"/>
                    </a:lnTo>
                    <a:lnTo>
                      <a:pt x="17256" y="38458"/>
                    </a:lnTo>
                    <a:lnTo>
                      <a:pt x="17256" y="14219"/>
                    </a:lnTo>
                    <a:lnTo>
                      <a:pt x="54905" y="14219"/>
                    </a:lnTo>
                    <a:lnTo>
                      <a:pt x="54905" y="0"/>
                    </a:lnTo>
                    <a:lnTo>
                      <a:pt x="0" y="0"/>
                    </a:lnTo>
                    <a:lnTo>
                      <a:pt x="0" y="94426"/>
                    </a:lnTo>
                    <a:lnTo>
                      <a:pt x="56979" y="94426"/>
                    </a:lnTo>
                    <a:lnTo>
                      <a:pt x="56979" y="80257"/>
                    </a:lnTo>
                    <a:lnTo>
                      <a:pt x="17256" y="80257"/>
                    </a:lnTo>
                    <a:lnTo>
                      <a:pt x="17256" y="525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882B68B7-6392-6E81-AB21-9014A57CAF7F}"/>
                  </a:ext>
                </a:extLst>
              </p:cNvPr>
              <p:cNvSpPr/>
              <p:nvPr/>
            </p:nvSpPr>
            <p:spPr>
              <a:xfrm>
                <a:off x="1184874" y="2709846"/>
                <a:ext cx="61280" cy="97411"/>
              </a:xfrm>
              <a:custGeom>
                <a:avLst/>
                <a:gdLst>
                  <a:gd name="connsiteX0" fmla="*/ 36991 w 61280"/>
                  <a:gd name="connsiteY0" fmla="*/ 40938 h 97411"/>
                  <a:gd name="connsiteX1" fmla="*/ 18926 w 61280"/>
                  <a:gd name="connsiteY1" fmla="*/ 25453 h 97411"/>
                  <a:gd name="connsiteX2" fmla="*/ 34511 w 61280"/>
                  <a:gd name="connsiteY2" fmla="*/ 14068 h 97411"/>
                  <a:gd name="connsiteX3" fmla="*/ 53336 w 61280"/>
                  <a:gd name="connsiteY3" fmla="*/ 18571 h 97411"/>
                  <a:gd name="connsiteX4" fmla="*/ 57485 w 61280"/>
                  <a:gd name="connsiteY4" fmla="*/ 4655 h 97411"/>
                  <a:gd name="connsiteX5" fmla="*/ 34866 w 61280"/>
                  <a:gd name="connsiteY5" fmla="*/ 0 h 97411"/>
                  <a:gd name="connsiteX6" fmla="*/ 1518 w 61280"/>
                  <a:gd name="connsiteY6" fmla="*/ 27123 h 97411"/>
                  <a:gd name="connsiteX7" fmla="*/ 27073 w 61280"/>
                  <a:gd name="connsiteY7" fmla="*/ 54550 h 97411"/>
                  <a:gd name="connsiteX8" fmla="*/ 43772 w 61280"/>
                  <a:gd name="connsiteY8" fmla="*/ 70237 h 97411"/>
                  <a:gd name="connsiteX9" fmla="*/ 26617 w 61280"/>
                  <a:gd name="connsiteY9" fmla="*/ 83141 h 97411"/>
                  <a:gd name="connsiteX10" fmla="*/ 3846 w 61280"/>
                  <a:gd name="connsiteY10" fmla="*/ 77119 h 97411"/>
                  <a:gd name="connsiteX11" fmla="*/ 0 w 61280"/>
                  <a:gd name="connsiteY11" fmla="*/ 91389 h 97411"/>
                  <a:gd name="connsiteX12" fmla="*/ 25504 w 61280"/>
                  <a:gd name="connsiteY12" fmla="*/ 97411 h 97411"/>
                  <a:gd name="connsiteX13" fmla="*/ 61280 w 61280"/>
                  <a:gd name="connsiteY13" fmla="*/ 69023 h 97411"/>
                  <a:gd name="connsiteX14" fmla="*/ 37042 w 61280"/>
                  <a:gd name="connsiteY14" fmla="*/ 40938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36991" y="40938"/>
                    </a:moveTo>
                    <a:cubicBezTo>
                      <a:pt x="24391" y="36131"/>
                      <a:pt x="18926" y="32740"/>
                      <a:pt x="18926" y="25453"/>
                    </a:cubicBezTo>
                    <a:cubicBezTo>
                      <a:pt x="18926" y="19887"/>
                      <a:pt x="23581" y="14068"/>
                      <a:pt x="34511" y="14068"/>
                    </a:cubicBezTo>
                    <a:cubicBezTo>
                      <a:pt x="43367" y="14068"/>
                      <a:pt x="49945" y="16750"/>
                      <a:pt x="53336" y="18571"/>
                    </a:cubicBezTo>
                    <a:lnTo>
                      <a:pt x="57485" y="4655"/>
                    </a:lnTo>
                    <a:cubicBezTo>
                      <a:pt x="52577" y="2176"/>
                      <a:pt x="45087" y="0"/>
                      <a:pt x="34866" y="0"/>
                    </a:cubicBezTo>
                    <a:cubicBezTo>
                      <a:pt x="14422" y="0"/>
                      <a:pt x="1518" y="11639"/>
                      <a:pt x="1518" y="27123"/>
                    </a:cubicBezTo>
                    <a:cubicBezTo>
                      <a:pt x="1518" y="40685"/>
                      <a:pt x="11487" y="49035"/>
                      <a:pt x="27073" y="54550"/>
                    </a:cubicBezTo>
                    <a:cubicBezTo>
                      <a:pt x="39015" y="58902"/>
                      <a:pt x="43772" y="63102"/>
                      <a:pt x="43772" y="70237"/>
                    </a:cubicBezTo>
                    <a:cubicBezTo>
                      <a:pt x="43772" y="77980"/>
                      <a:pt x="37598" y="83141"/>
                      <a:pt x="26617" y="83141"/>
                    </a:cubicBez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2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aphic 8">
            <a:extLst>
              <a:ext uri="{FF2B5EF4-FFF2-40B4-BE49-F238E27FC236}">
                <a16:creationId xmlns:a16="http://schemas.microsoft.com/office/drawing/2014/main" id="{6897E33A-8CC6-65F0-11D9-11C12F3CB0BD}"/>
              </a:ext>
            </a:extLst>
          </p:cNvPr>
          <p:cNvGrpSpPr/>
          <p:nvPr userDrawn="1"/>
        </p:nvGrpSpPr>
        <p:grpSpPr>
          <a:xfrm>
            <a:off x="5169019" y="148026"/>
            <a:ext cx="517546" cy="460551"/>
            <a:chOff x="8599610" y="2333965"/>
            <a:chExt cx="542618" cy="474759"/>
          </a:xfrm>
          <a:solidFill>
            <a:schemeClr val="bg1"/>
          </a:solidFill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D9BCDF4-FE5F-F796-78AB-B5B65B09BB5B}"/>
                </a:ext>
              </a:extLst>
            </p:cNvPr>
            <p:cNvSpPr/>
            <p:nvPr/>
          </p:nvSpPr>
          <p:spPr>
            <a:xfrm>
              <a:off x="8599610" y="2673513"/>
              <a:ext cx="130657" cy="135211"/>
            </a:xfrm>
            <a:custGeom>
              <a:avLst/>
              <a:gdLst>
                <a:gd name="connsiteX0" fmla="*/ 0 w 130657"/>
                <a:gd name="connsiteY0" fmla="*/ 0 h 135211"/>
                <a:gd name="connsiteX1" fmla="*/ 130657 w 130657"/>
                <a:gd name="connsiteY1" fmla="*/ 0 h 135211"/>
                <a:gd name="connsiteX2" fmla="*/ 130657 w 130657"/>
                <a:gd name="connsiteY2" fmla="*/ 39723 h 135211"/>
                <a:gd name="connsiteX3" fmla="*/ 93160 w 130657"/>
                <a:gd name="connsiteY3" fmla="*/ 39723 h 135211"/>
                <a:gd name="connsiteX4" fmla="*/ 93160 w 130657"/>
                <a:gd name="connsiteY4" fmla="*/ 135212 h 135211"/>
                <a:gd name="connsiteX5" fmla="*/ 38711 w 130657"/>
                <a:gd name="connsiteY5" fmla="*/ 135212 h 135211"/>
                <a:gd name="connsiteX6" fmla="*/ 38711 w 130657"/>
                <a:gd name="connsiteY6" fmla="*/ 39723 h 135211"/>
                <a:gd name="connsiteX7" fmla="*/ 0 w 130657"/>
                <a:gd name="connsiteY7" fmla="*/ 39723 h 135211"/>
                <a:gd name="connsiteX8" fmla="*/ 0 w 130657"/>
                <a:gd name="connsiteY8" fmla="*/ 0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657" h="135211">
                  <a:moveTo>
                    <a:pt x="0" y="0"/>
                  </a:moveTo>
                  <a:lnTo>
                    <a:pt x="130657" y="0"/>
                  </a:lnTo>
                  <a:lnTo>
                    <a:pt x="130657" y="39723"/>
                  </a:lnTo>
                  <a:lnTo>
                    <a:pt x="93160" y="39723"/>
                  </a:lnTo>
                  <a:lnTo>
                    <a:pt x="93160" y="135212"/>
                  </a:lnTo>
                  <a:lnTo>
                    <a:pt x="38711" y="135212"/>
                  </a:lnTo>
                  <a:lnTo>
                    <a:pt x="38711" y="39723"/>
                  </a:lnTo>
                  <a:lnTo>
                    <a:pt x="0" y="39723"/>
                  </a:lnTo>
                  <a:lnTo>
                    <a:pt x="0" y="0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DE52A17-A99E-988B-0A3C-2CAFFD453BDF}"/>
                </a:ext>
              </a:extLst>
            </p:cNvPr>
            <p:cNvSpPr/>
            <p:nvPr/>
          </p:nvSpPr>
          <p:spPr>
            <a:xfrm>
              <a:off x="8716605" y="2673513"/>
              <a:ext cx="160563" cy="135211"/>
            </a:xfrm>
            <a:custGeom>
              <a:avLst/>
              <a:gdLst>
                <a:gd name="connsiteX0" fmla="*/ 79801 w 160563"/>
                <a:gd name="connsiteY0" fmla="*/ 54651 h 135211"/>
                <a:gd name="connsiteX1" fmla="*/ 52324 w 160563"/>
                <a:gd name="connsiteY1" fmla="*/ 135212 h 135211"/>
                <a:gd name="connsiteX2" fmla="*/ 0 w 160563"/>
                <a:gd name="connsiteY2" fmla="*/ 135212 h 135211"/>
                <a:gd name="connsiteX3" fmla="*/ 51312 w 160563"/>
                <a:gd name="connsiteY3" fmla="*/ 0 h 135211"/>
                <a:gd name="connsiteX4" fmla="*/ 108088 w 160563"/>
                <a:gd name="connsiteY4" fmla="*/ 0 h 135211"/>
                <a:gd name="connsiteX5" fmla="*/ 160564 w 160563"/>
                <a:gd name="connsiteY5" fmla="*/ 135212 h 135211"/>
                <a:gd name="connsiteX6" fmla="*/ 107633 w 160563"/>
                <a:gd name="connsiteY6" fmla="*/ 135212 h 135211"/>
                <a:gd name="connsiteX7" fmla="*/ 79801 w 160563"/>
                <a:gd name="connsiteY7" fmla="*/ 54651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0563" h="135211">
                  <a:moveTo>
                    <a:pt x="79801" y="54651"/>
                  </a:moveTo>
                  <a:lnTo>
                    <a:pt x="52324" y="135212"/>
                  </a:lnTo>
                  <a:lnTo>
                    <a:pt x="0" y="135212"/>
                  </a:lnTo>
                  <a:lnTo>
                    <a:pt x="51312" y="0"/>
                  </a:lnTo>
                  <a:lnTo>
                    <a:pt x="108088" y="0"/>
                  </a:lnTo>
                  <a:lnTo>
                    <a:pt x="160564" y="135212"/>
                  </a:lnTo>
                  <a:lnTo>
                    <a:pt x="107633" y="135212"/>
                  </a:lnTo>
                  <a:lnTo>
                    <a:pt x="79801" y="54651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74BCFE5-F04F-95D9-2577-EE08D5EAB518}"/>
                </a:ext>
              </a:extLst>
            </p:cNvPr>
            <p:cNvSpPr/>
            <p:nvPr/>
          </p:nvSpPr>
          <p:spPr>
            <a:xfrm>
              <a:off x="8864670" y="2673513"/>
              <a:ext cx="130657" cy="135211"/>
            </a:xfrm>
            <a:custGeom>
              <a:avLst/>
              <a:gdLst>
                <a:gd name="connsiteX0" fmla="*/ 0 w 130657"/>
                <a:gd name="connsiteY0" fmla="*/ 0 h 135211"/>
                <a:gd name="connsiteX1" fmla="*/ 130657 w 130657"/>
                <a:gd name="connsiteY1" fmla="*/ 0 h 135211"/>
                <a:gd name="connsiteX2" fmla="*/ 130657 w 130657"/>
                <a:gd name="connsiteY2" fmla="*/ 39723 h 135211"/>
                <a:gd name="connsiteX3" fmla="*/ 93211 w 130657"/>
                <a:gd name="connsiteY3" fmla="*/ 39723 h 135211"/>
                <a:gd name="connsiteX4" fmla="*/ 93211 w 130657"/>
                <a:gd name="connsiteY4" fmla="*/ 135212 h 135211"/>
                <a:gd name="connsiteX5" fmla="*/ 38762 w 130657"/>
                <a:gd name="connsiteY5" fmla="*/ 135212 h 135211"/>
                <a:gd name="connsiteX6" fmla="*/ 38762 w 130657"/>
                <a:gd name="connsiteY6" fmla="*/ 39723 h 135211"/>
                <a:gd name="connsiteX7" fmla="*/ 0 w 130657"/>
                <a:gd name="connsiteY7" fmla="*/ 39723 h 135211"/>
                <a:gd name="connsiteX8" fmla="*/ 0 w 130657"/>
                <a:gd name="connsiteY8" fmla="*/ 0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657" h="135211">
                  <a:moveTo>
                    <a:pt x="0" y="0"/>
                  </a:moveTo>
                  <a:lnTo>
                    <a:pt x="130657" y="0"/>
                  </a:lnTo>
                  <a:lnTo>
                    <a:pt x="130657" y="39723"/>
                  </a:lnTo>
                  <a:lnTo>
                    <a:pt x="93211" y="39723"/>
                  </a:lnTo>
                  <a:lnTo>
                    <a:pt x="93211" y="135212"/>
                  </a:lnTo>
                  <a:lnTo>
                    <a:pt x="38762" y="135212"/>
                  </a:lnTo>
                  <a:lnTo>
                    <a:pt x="38762" y="39723"/>
                  </a:lnTo>
                  <a:lnTo>
                    <a:pt x="0" y="39723"/>
                  </a:lnTo>
                  <a:lnTo>
                    <a:pt x="0" y="0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52733A7-F3E1-59E9-9819-6E68A930A022}"/>
                </a:ext>
              </a:extLst>
            </p:cNvPr>
            <p:cNvSpPr/>
            <p:nvPr/>
          </p:nvSpPr>
          <p:spPr>
            <a:xfrm>
              <a:off x="8981715" y="2673513"/>
              <a:ext cx="160513" cy="135211"/>
            </a:xfrm>
            <a:custGeom>
              <a:avLst/>
              <a:gdLst>
                <a:gd name="connsiteX0" fmla="*/ 79750 w 160513"/>
                <a:gd name="connsiteY0" fmla="*/ 54651 h 135211"/>
                <a:gd name="connsiteX1" fmla="*/ 52273 w 160513"/>
                <a:gd name="connsiteY1" fmla="*/ 135212 h 135211"/>
                <a:gd name="connsiteX2" fmla="*/ 0 w 160513"/>
                <a:gd name="connsiteY2" fmla="*/ 135212 h 135211"/>
                <a:gd name="connsiteX3" fmla="*/ 51261 w 160513"/>
                <a:gd name="connsiteY3" fmla="*/ 0 h 135211"/>
                <a:gd name="connsiteX4" fmla="*/ 108038 w 160513"/>
                <a:gd name="connsiteY4" fmla="*/ 0 h 135211"/>
                <a:gd name="connsiteX5" fmla="*/ 160513 w 160513"/>
                <a:gd name="connsiteY5" fmla="*/ 135212 h 135211"/>
                <a:gd name="connsiteX6" fmla="*/ 107633 w 160513"/>
                <a:gd name="connsiteY6" fmla="*/ 135212 h 135211"/>
                <a:gd name="connsiteX7" fmla="*/ 79750 w 160513"/>
                <a:gd name="connsiteY7" fmla="*/ 54651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0513" h="135211">
                  <a:moveTo>
                    <a:pt x="79750" y="54651"/>
                  </a:moveTo>
                  <a:lnTo>
                    <a:pt x="52273" y="135212"/>
                  </a:lnTo>
                  <a:lnTo>
                    <a:pt x="0" y="135212"/>
                  </a:lnTo>
                  <a:lnTo>
                    <a:pt x="51261" y="0"/>
                  </a:lnTo>
                  <a:lnTo>
                    <a:pt x="108038" y="0"/>
                  </a:lnTo>
                  <a:lnTo>
                    <a:pt x="160513" y="135212"/>
                  </a:lnTo>
                  <a:lnTo>
                    <a:pt x="107633" y="135212"/>
                  </a:lnTo>
                  <a:lnTo>
                    <a:pt x="79750" y="54651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9D90B03-2C37-28AB-F52D-DD819DF7EA55}"/>
                </a:ext>
              </a:extLst>
            </p:cNvPr>
            <p:cNvSpPr/>
            <p:nvPr/>
          </p:nvSpPr>
          <p:spPr>
            <a:xfrm>
              <a:off x="8678855" y="2333965"/>
              <a:ext cx="384685" cy="271536"/>
            </a:xfrm>
            <a:custGeom>
              <a:avLst/>
              <a:gdLst>
                <a:gd name="connsiteX0" fmla="*/ 384584 w 384685"/>
                <a:gd name="connsiteY0" fmla="*/ 91086 h 271536"/>
                <a:gd name="connsiteX1" fmla="*/ 365305 w 384685"/>
                <a:gd name="connsiteY1" fmla="*/ 63709 h 271536"/>
                <a:gd name="connsiteX2" fmla="*/ 292032 w 384685"/>
                <a:gd name="connsiteY2" fmla="*/ 17104 h 271536"/>
                <a:gd name="connsiteX3" fmla="*/ 192292 w 384685"/>
                <a:gd name="connsiteY3" fmla="*/ 0 h 271536"/>
                <a:gd name="connsiteX4" fmla="*/ 92553 w 384685"/>
                <a:gd name="connsiteY4" fmla="*/ 17104 h 271536"/>
                <a:gd name="connsiteX5" fmla="*/ 19280 w 384685"/>
                <a:gd name="connsiteY5" fmla="*/ 63709 h 271536"/>
                <a:gd name="connsiteX6" fmla="*/ 0 w 384685"/>
                <a:gd name="connsiteY6" fmla="*/ 91136 h 271536"/>
                <a:gd name="connsiteX7" fmla="*/ 167800 w 384685"/>
                <a:gd name="connsiteY7" fmla="*/ 67909 h 271536"/>
                <a:gd name="connsiteX8" fmla="*/ 180603 w 384685"/>
                <a:gd name="connsiteY8" fmla="*/ 73122 h 271536"/>
                <a:gd name="connsiteX9" fmla="*/ 183589 w 384685"/>
                <a:gd name="connsiteY9" fmla="*/ 98879 h 271536"/>
                <a:gd name="connsiteX10" fmla="*/ 181818 w 384685"/>
                <a:gd name="connsiteY10" fmla="*/ 271334 h 271536"/>
                <a:gd name="connsiteX11" fmla="*/ 192343 w 384685"/>
                <a:gd name="connsiteY11" fmla="*/ 271537 h 271536"/>
                <a:gd name="connsiteX12" fmla="*/ 202919 w 384685"/>
                <a:gd name="connsiteY12" fmla="*/ 271334 h 271536"/>
                <a:gd name="connsiteX13" fmla="*/ 201148 w 384685"/>
                <a:gd name="connsiteY13" fmla="*/ 98879 h 271536"/>
                <a:gd name="connsiteX14" fmla="*/ 204134 w 384685"/>
                <a:gd name="connsiteY14" fmla="*/ 73122 h 271536"/>
                <a:gd name="connsiteX15" fmla="*/ 216936 w 384685"/>
                <a:gd name="connsiteY15" fmla="*/ 67909 h 271536"/>
                <a:gd name="connsiteX16" fmla="*/ 384686 w 384685"/>
                <a:gd name="connsiteY16" fmla="*/ 91086 h 27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4685" h="271536">
                  <a:moveTo>
                    <a:pt x="384584" y="91086"/>
                  </a:moveTo>
                  <a:cubicBezTo>
                    <a:pt x="379727" y="81522"/>
                    <a:pt x="373249" y="72312"/>
                    <a:pt x="365305" y="63709"/>
                  </a:cubicBezTo>
                  <a:cubicBezTo>
                    <a:pt x="347341" y="44328"/>
                    <a:pt x="321988" y="28237"/>
                    <a:pt x="292032" y="17104"/>
                  </a:cubicBezTo>
                  <a:cubicBezTo>
                    <a:pt x="261821" y="5870"/>
                    <a:pt x="227310" y="0"/>
                    <a:pt x="192292" y="0"/>
                  </a:cubicBezTo>
                  <a:cubicBezTo>
                    <a:pt x="157275" y="0"/>
                    <a:pt x="122763" y="5921"/>
                    <a:pt x="92553" y="17104"/>
                  </a:cubicBezTo>
                  <a:cubicBezTo>
                    <a:pt x="62545" y="28237"/>
                    <a:pt x="37194" y="44328"/>
                    <a:pt x="19280" y="63709"/>
                  </a:cubicBezTo>
                  <a:cubicBezTo>
                    <a:pt x="11285" y="72363"/>
                    <a:pt x="4858" y="81522"/>
                    <a:pt x="0" y="91136"/>
                  </a:cubicBezTo>
                  <a:cubicBezTo>
                    <a:pt x="39015" y="81724"/>
                    <a:pt x="105811" y="69225"/>
                    <a:pt x="167800" y="67909"/>
                  </a:cubicBezTo>
                  <a:cubicBezTo>
                    <a:pt x="173772" y="67758"/>
                    <a:pt x="177921" y="69681"/>
                    <a:pt x="180603" y="73122"/>
                  </a:cubicBezTo>
                  <a:cubicBezTo>
                    <a:pt x="183893" y="77271"/>
                    <a:pt x="183639" y="92199"/>
                    <a:pt x="183589" y="98879"/>
                  </a:cubicBezTo>
                  <a:lnTo>
                    <a:pt x="181818" y="271334"/>
                  </a:lnTo>
                  <a:cubicBezTo>
                    <a:pt x="185309" y="271436"/>
                    <a:pt x="188801" y="271537"/>
                    <a:pt x="192343" y="271537"/>
                  </a:cubicBezTo>
                  <a:cubicBezTo>
                    <a:pt x="195885" y="271537"/>
                    <a:pt x="199427" y="271486"/>
                    <a:pt x="202919" y="271334"/>
                  </a:cubicBezTo>
                  <a:lnTo>
                    <a:pt x="201148" y="98879"/>
                  </a:lnTo>
                  <a:cubicBezTo>
                    <a:pt x="201047" y="92199"/>
                    <a:pt x="200794" y="77271"/>
                    <a:pt x="204134" y="73122"/>
                  </a:cubicBezTo>
                  <a:cubicBezTo>
                    <a:pt x="206866" y="69681"/>
                    <a:pt x="210965" y="67758"/>
                    <a:pt x="216936" y="67909"/>
                  </a:cubicBezTo>
                  <a:cubicBezTo>
                    <a:pt x="278925" y="69225"/>
                    <a:pt x="345671" y="81674"/>
                    <a:pt x="384686" y="910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0717375-12DB-B012-4BFA-52D235DADEB0}"/>
                </a:ext>
              </a:extLst>
            </p:cNvPr>
            <p:cNvSpPr/>
            <p:nvPr/>
          </p:nvSpPr>
          <p:spPr>
            <a:xfrm>
              <a:off x="8907519" y="2429876"/>
              <a:ext cx="166901" cy="168288"/>
            </a:xfrm>
            <a:custGeom>
              <a:avLst/>
              <a:gdLst>
                <a:gd name="connsiteX0" fmla="*/ 164219 w 166901"/>
                <a:gd name="connsiteY0" fmla="*/ 17592 h 168288"/>
                <a:gd name="connsiteX1" fmla="*/ 31284 w 166901"/>
                <a:gd name="connsiteY1" fmla="*/ 184 h 168288"/>
                <a:gd name="connsiteX2" fmla="*/ 1328 w 166901"/>
                <a:gd name="connsiteY2" fmla="*/ 32469 h 168288"/>
                <a:gd name="connsiteX3" fmla="*/ 2137 w 166901"/>
                <a:gd name="connsiteY3" fmla="*/ 37530 h 168288"/>
                <a:gd name="connsiteX4" fmla="*/ 29210 w 166901"/>
                <a:gd name="connsiteY4" fmla="*/ 168288 h 168288"/>
                <a:gd name="connsiteX5" fmla="*/ 166901 w 166901"/>
                <a:gd name="connsiteY5" fmla="*/ 39807 h 168288"/>
                <a:gd name="connsiteX6" fmla="*/ 164219 w 166901"/>
                <a:gd name="connsiteY6" fmla="*/ 17592 h 16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901" h="168288">
                  <a:moveTo>
                    <a:pt x="164219" y="17592"/>
                  </a:moveTo>
                  <a:cubicBezTo>
                    <a:pt x="107089" y="4688"/>
                    <a:pt x="68934" y="2310"/>
                    <a:pt x="31284" y="184"/>
                  </a:cubicBezTo>
                  <a:cubicBezTo>
                    <a:pt x="-1506" y="-1637"/>
                    <a:pt x="-1962" y="10103"/>
                    <a:pt x="1328" y="32469"/>
                  </a:cubicBezTo>
                  <a:cubicBezTo>
                    <a:pt x="1530" y="33836"/>
                    <a:pt x="1783" y="35556"/>
                    <a:pt x="2137" y="37530"/>
                  </a:cubicBezTo>
                  <a:cubicBezTo>
                    <a:pt x="13118" y="102706"/>
                    <a:pt x="26831" y="158775"/>
                    <a:pt x="29210" y="168288"/>
                  </a:cubicBezTo>
                  <a:cubicBezTo>
                    <a:pt x="109213" y="150020"/>
                    <a:pt x="166901" y="99316"/>
                    <a:pt x="166901" y="39807"/>
                  </a:cubicBezTo>
                  <a:cubicBezTo>
                    <a:pt x="166901" y="32317"/>
                    <a:pt x="165990" y="24879"/>
                    <a:pt x="164219" y="175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F59C703-5E46-B1C2-BF70-DA29592FC8F9}"/>
                </a:ext>
              </a:extLst>
            </p:cNvPr>
            <p:cNvSpPr/>
            <p:nvPr/>
          </p:nvSpPr>
          <p:spPr>
            <a:xfrm>
              <a:off x="8667823" y="2429927"/>
              <a:ext cx="166901" cy="168389"/>
            </a:xfrm>
            <a:custGeom>
              <a:avLst/>
              <a:gdLst>
                <a:gd name="connsiteX0" fmla="*/ 165574 w 166901"/>
                <a:gd name="connsiteY0" fmla="*/ 32469 h 168389"/>
                <a:gd name="connsiteX1" fmla="*/ 135616 w 166901"/>
                <a:gd name="connsiteY1" fmla="*/ 184 h 168389"/>
                <a:gd name="connsiteX2" fmla="*/ 2631 w 166901"/>
                <a:gd name="connsiteY2" fmla="*/ 17592 h 168389"/>
                <a:gd name="connsiteX3" fmla="*/ 0 w 166901"/>
                <a:gd name="connsiteY3" fmla="*/ 39807 h 168389"/>
                <a:gd name="connsiteX4" fmla="*/ 30261 w 166901"/>
                <a:gd name="connsiteY4" fmla="*/ 111815 h 168389"/>
                <a:gd name="connsiteX5" fmla="*/ 103534 w 166901"/>
                <a:gd name="connsiteY5" fmla="*/ 158421 h 168389"/>
                <a:gd name="connsiteX6" fmla="*/ 137640 w 166901"/>
                <a:gd name="connsiteY6" fmla="*/ 168389 h 168389"/>
                <a:gd name="connsiteX7" fmla="*/ 165017 w 166901"/>
                <a:gd name="connsiteY7" fmla="*/ 35860 h 168389"/>
                <a:gd name="connsiteX8" fmla="*/ 165523 w 166901"/>
                <a:gd name="connsiteY8" fmla="*/ 32469 h 16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901" h="168389">
                  <a:moveTo>
                    <a:pt x="165574" y="32469"/>
                  </a:moveTo>
                  <a:cubicBezTo>
                    <a:pt x="168863" y="10103"/>
                    <a:pt x="168408" y="-1637"/>
                    <a:pt x="135616" y="184"/>
                  </a:cubicBezTo>
                  <a:cubicBezTo>
                    <a:pt x="97968" y="2259"/>
                    <a:pt x="59813" y="4638"/>
                    <a:pt x="2631" y="17592"/>
                  </a:cubicBezTo>
                  <a:cubicBezTo>
                    <a:pt x="911" y="24879"/>
                    <a:pt x="0" y="32317"/>
                    <a:pt x="0" y="39807"/>
                  </a:cubicBezTo>
                  <a:cubicBezTo>
                    <a:pt x="0" y="65564"/>
                    <a:pt x="10475" y="90461"/>
                    <a:pt x="30261" y="111815"/>
                  </a:cubicBezTo>
                  <a:cubicBezTo>
                    <a:pt x="48225" y="131196"/>
                    <a:pt x="73577" y="147339"/>
                    <a:pt x="103534" y="158421"/>
                  </a:cubicBezTo>
                  <a:cubicBezTo>
                    <a:pt x="114414" y="162469"/>
                    <a:pt x="125850" y="165758"/>
                    <a:pt x="137640" y="168389"/>
                  </a:cubicBezTo>
                  <a:cubicBezTo>
                    <a:pt x="139867" y="159483"/>
                    <a:pt x="153885" y="102200"/>
                    <a:pt x="165017" y="35860"/>
                  </a:cubicBezTo>
                  <a:cubicBezTo>
                    <a:pt x="165220" y="34595"/>
                    <a:pt x="165371" y="33431"/>
                    <a:pt x="165523" y="324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093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3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71DAA9-AC15-8E3E-FD85-C48960360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8216FA1-4A56-46E6-BB77-D6006B7684D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FEFDF6-0C60-43AA-ADD5-901E502E80B5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8AF1A-EA00-4882-84C6-CBA46A27A7C5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D85AE-FDD9-610E-1649-9F36C947BFFF}"/>
              </a:ext>
            </a:extLst>
          </p:cNvPr>
          <p:cNvSpPr/>
          <p:nvPr userDrawn="1"/>
        </p:nvSpPr>
        <p:spPr>
          <a:xfrm>
            <a:off x="277814" y="2124930"/>
            <a:ext cx="5010466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 defTabSz="914310">
              <a:lnSpc>
                <a:spcPct val="100000"/>
              </a:lnSpc>
              <a:spcBef>
                <a:spcPts val="43"/>
              </a:spcBef>
              <a:buNone/>
            </a:pPr>
            <a:r>
              <a:rPr lang="en-US" sz="3200" b="0" i="0" kern="0" baseline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Thank you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B54668-FE50-E16D-6CE9-5FCA38E52F8C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9BCAF8A-D4CA-6840-DF6D-281C516F809F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A1B10F18-28B7-DD54-04A6-FE0E8979F02B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70FA95-473B-2548-2F28-96E372394A13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6FC3B35F-CF19-E963-CE9A-D924B991B6F9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67B25A0C-ED94-0101-6739-7A12B4616151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1A18E3E9-8F56-399F-2D2C-3584104119F8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A7B7C8F3-C871-42BB-97A1-600610649204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60FC48B-AA4C-7680-A660-04D8674C1927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ABA719E-7DEF-5D05-2697-58BE73A64013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F8D77C4-483C-AF4B-B3C5-260975833EFC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E8CF966E-0D2F-2689-30B7-4C3DE51F918D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62F1BF55-AE1C-9335-06CA-EAB0C2C81A2D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F62916AD-24DA-C09B-D283-B4EBA06ACF15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2BB84096-9415-84F0-A8EA-1A4B6A796258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7B79B5C2-B70C-B0AA-99DC-002AC0EE363C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FE42447-438C-59BB-2B19-586396BB95D9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CAF1B99D-2063-7449-5BFE-3A06037A674B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598B4CCD-7E00-F077-782F-FD0DD6DE20B5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711CDCB-B3B3-DF73-ACE5-956A5C2A1030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1F58F05-88A3-E378-97B5-321A95E1B668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B232013D-7634-AA8A-4B90-155575D4F036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7C9F858F-2EA1-F7AA-807B-96F1297DCCD8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77306BC8-89BA-74A3-72FE-ABD03011B1DA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A5490AE8-D72F-D906-074C-A1D493068873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D6F1D49-5D2C-0B47-1FAB-3446A152194D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A744CE43-FF5F-2D18-94E2-B8598C726FE6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A38696FB-29E7-F648-8CA5-6F7AF44D049C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270978BD-5DBB-D2B8-07D1-7C070F8CDD7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8D299D1D-F7DD-FABC-D4DE-2909CBB14B40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2BC02EB-5024-BECE-7897-48C5CCDC8FE7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B96EAC7-997D-A7CC-3581-82E8D0158623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CFE27D3-C751-75BB-AB0B-3B27202CB789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70EEC69-445F-44AE-83D4-7B32E23D0595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03661081-83E7-4E3D-6780-6206EF885C99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B017005-355B-7203-B5D9-AB75830CAC06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538773D-980F-FD1D-9C9B-84F5EB080B75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847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72">
          <p15:clr>
            <a:srgbClr val="F26B43"/>
          </p15:clr>
        </p15:guide>
        <p15:guide id="10" orient="horz" pos="3168">
          <p15:clr>
            <a:srgbClr val="F26B43"/>
          </p15:clr>
        </p15:guide>
        <p15:guide id="11" orient="horz" pos="11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0"/>
            <a:ext cx="5029200" cy="2926080"/>
          </a:xfrm>
          <a:prstGeom prst="rect">
            <a:avLst/>
          </a:prstGeom>
          <a:solidFill>
            <a:srgbClr val="002B5C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73152" cy="29260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74519"/>
            <a:ext cx="4389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VisionGuard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3774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D0E8F8"/>
                </a:solidFill>
                <a:latin typeface="Calibri"/>
              </a:rPr>
              <a:t>AI-Powered Visual Inspection &amp; Diagnostics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834640"/>
            <a:ext cx="2286000" cy="1828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9718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BCCDD"/>
                </a:solidFill>
                <a:latin typeface="Calibri"/>
              </a:rPr>
              <a:t>Healthcare Imaging  |  Object Defect Detection  |  Automated Reporting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Engineering Excellence Expo 2026</a:t>
            </a:r>
          </a:p>
          <a:p>
            <a:pPr algn="l"/>
            <a:r>
              <a:rPr sz="900" b="0">
                <a:solidFill>
                  <a:srgbClr val="AABBCC"/>
                </a:solidFill>
                <a:latin typeface="Calibri"/>
              </a:rPr>
              <a:t>Humana Inc  |  LSHCERU  |  IS-LSHC-Healthcare 2.3</a:t>
            </a:r>
          </a:p>
        </p:txBody>
      </p:sp>
    </p:spTree>
    <p:extLst>
      <p:ext uri="{BB962C8B-B14F-4D97-AF65-F5344CB8AC3E}">
        <p14:creationId xmlns:p14="http://schemas.microsoft.com/office/powerpoint/2010/main" val="21451670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Problem &amp;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000" y="800000"/>
            <a:ext cx="3840480" cy="35661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0000" y="800000"/>
            <a:ext cx="38404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000" y="900000"/>
            <a:ext cx="36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Current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1220000"/>
            <a:ext cx="36004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C0392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Manual image analysis is time-consuming &amp; resource-intensive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C0392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Human error in radiology review leads to missed abnormalities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C0392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15-20 minutes per image for manual healthcare inspection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C0392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Inconsistent quality across different inspectors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C0392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No unified platform for healthcare + industrial inspection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C0392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Scaling manual review to meet demand is cost-prohibitive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9080" y="800000"/>
            <a:ext cx="3840480" cy="35661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9080" y="800000"/>
            <a:ext cx="3840480" cy="54864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9080" y="900000"/>
            <a:ext cx="36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964B"/>
                </a:solidFill>
                <a:latin typeface="Calibri"/>
              </a:rPr>
              <a:t>The AI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9080" y="1220000"/>
            <a:ext cx="36004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00964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AI-driven analysis reduces review time by 10x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0964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Computer Vision + GenAI enables explainable diagnostics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0964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Single platform for healthcare imaging &amp; object inspection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0964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Automated PDF reports for audit trails &amp; compliance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0964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Confidence scoring improves decision-making quality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0964B"/>
                </a:solidFill>
                <a:latin typeface="Calibri"/>
              </a:rPr>
              <a:t>▸ </a:t>
            </a:r>
            <a:r>
              <a:rPr sz="1100" b="0">
                <a:solidFill>
                  <a:srgbClr val="333333"/>
                </a:solidFill>
                <a:latin typeface="Calibri"/>
              </a:rPr>
              <a:t>Extensible architecture for future enterprise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666666"/>
                </a:solidFill>
                <a:latin typeface="Calibri"/>
              </a:rPr>
              <a:t>TCS Confidential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00" y="800000"/>
            <a:ext cx="8584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VisionGuard 360 combines YOLO, Gemini, and Azure OpenAI into a unified platform for healthcare image analysis, object defect detection, and automated intelligent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440" y="1302920"/>
            <a:ext cx="2560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1440" y="1302920"/>
            <a:ext cx="2560320" cy="54864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3000" y="1440080"/>
            <a:ext cx="457200" cy="45720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440" y="1988720"/>
            <a:ext cx="23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07AB8"/>
                </a:solidFill>
                <a:latin typeface="Calibri"/>
              </a:rPr>
              <a:t>Healthcare
Imaging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440" y="2537360"/>
            <a:ext cx="22603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X-ray disease detection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MRI abnormality analysis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AI-generated clinical observations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Severity assessment summaries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4640" y="1302920"/>
            <a:ext cx="2560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14640" y="1302920"/>
            <a:ext cx="256032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66200" y="144008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4640" y="1988720"/>
            <a:ext cx="23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08080"/>
                </a:solidFill>
                <a:latin typeface="Calibri"/>
              </a:rPr>
              <a:t>Object Defect
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640" y="2537360"/>
            <a:ext cx="22603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00808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Product quality inspection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00808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Surface defect identification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00808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YOLO-powered object detection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00808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Multi-class defect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7840" y="1302920"/>
            <a:ext cx="25603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7840" y="1302920"/>
            <a:ext cx="2560320" cy="5486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09400" y="1440080"/>
            <a:ext cx="457200" cy="457200"/>
          </a:xfrm>
          <a:prstGeom prst="ellipse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57840" y="1988720"/>
            <a:ext cx="23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A0DAD"/>
                </a:solidFill>
                <a:latin typeface="Calibri"/>
              </a:rPr>
              <a:t>Intelligent
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840" y="2537360"/>
            <a:ext cx="22603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6A0DAD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Confidence score generation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6A0DAD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Explainable AI insights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6A0DAD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Automated PDF report builder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6A0DAD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Downloadable analysis packages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666666"/>
                </a:solidFill>
                <a:latin typeface="Calibri"/>
              </a:rPr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0382067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C6E1-8AC1-E605-408E-CC70B2011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lines on a black background&#10;&#10;AI-generated content may be incorrect.">
            <a:extLst>
              <a:ext uri="{FF2B5EF4-FFF2-40B4-BE49-F238E27FC236}">
                <a16:creationId xmlns:a16="http://schemas.microsoft.com/office/drawing/2014/main" id="{2D64F020-5DDD-6F1A-7AC3-9B426BC56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95F0B4-635D-EBAE-1D70-1EB85D53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1905000"/>
            <a:ext cx="5218746" cy="666751"/>
          </a:xfrm>
        </p:spPr>
        <p:txBody>
          <a:bodyPr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Architecture &amp; 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316719322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Architecture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00" y="830000"/>
            <a:ext cx="8584000" cy="3886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666666"/>
                </a:solidFill>
                <a:latin typeface="Calibri"/>
              </a:rPr>
              <a:t>TCS Confidential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2F8F-9D0E-7D04-ED80-64F1B55A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Engineering Tenets &amp;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00" y="800000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2B5C"/>
                </a:solidFill>
                <a:latin typeface="Calibri"/>
              </a:rPr>
              <a:t>Engineering Tenets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000" y="1165760"/>
            <a:ext cx="1188720" cy="502920"/>
          </a:xfrm>
          <a:prstGeom prst="round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Modular
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3584" y="1165760"/>
            <a:ext cx="1188720" cy="50292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Scalability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7168" y="1165760"/>
            <a:ext cx="1188720" cy="50292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Performance
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000" y="1723544"/>
            <a:ext cx="1188720" cy="502920"/>
          </a:xfrm>
          <a:prstGeom prst="round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Reusability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3584" y="1723544"/>
            <a:ext cx="1188720" cy="50292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7168" y="1723544"/>
            <a:ext cx="118872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Security-Conscious
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000" y="2281328"/>
            <a:ext cx="1188720" cy="50292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Reliability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3584" y="2281328"/>
            <a:ext cx="118872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Extensibility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7168" y="2281328"/>
            <a:ext cx="1188720" cy="5029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Maintainability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000" y="2839112"/>
            <a:ext cx="3675888" cy="50292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AI-Assisted Decision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240" y="800000"/>
            <a:ext cx="4389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2B5C"/>
                </a:solidFill>
                <a:latin typeface="Calibri"/>
              </a:rPr>
              <a:t>Key Differentiators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6240" y="1165760"/>
            <a:ext cx="45720" cy="73152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50248" y="1165760"/>
            <a:ext cx="4325112" cy="7315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0832" y="1205760"/>
            <a:ext cx="4069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7AB8"/>
                </a:solidFill>
                <a:latin typeface="Calibri"/>
              </a:rPr>
              <a:t>Unified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0832" y="1440080"/>
            <a:ext cx="4069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Single platform for healthcare imaging &amp; object defect detection in one solution.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6240" y="1970432"/>
            <a:ext cx="45720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50248" y="1970432"/>
            <a:ext cx="4325112" cy="7315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0832" y="2010432"/>
            <a:ext cx="4069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6C00"/>
                </a:solidFill>
                <a:latin typeface="Calibri"/>
              </a:rPr>
              <a:t>Explainable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0832" y="2244752"/>
            <a:ext cx="4069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Generates understandable explanations of findings — not just detection, but insight.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6240" y="2775104"/>
            <a:ext cx="45720" cy="731520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50248" y="2775104"/>
            <a:ext cx="4325112" cy="7315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0832" y="2815104"/>
            <a:ext cx="4069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964B"/>
                </a:solidFill>
                <a:latin typeface="Calibri"/>
              </a:rPr>
              <a:t>Multi-Model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0832" y="3049424"/>
            <a:ext cx="4069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Combines YOLO + Gemini + Azure OpenAI for comprehensive, high-quality results.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6240" y="3579776"/>
            <a:ext cx="45720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50248" y="3579776"/>
            <a:ext cx="4325112" cy="7315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0832" y="3619776"/>
            <a:ext cx="4069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6A0DAD"/>
                </a:solidFill>
                <a:latin typeface="Calibri"/>
              </a:rPr>
              <a:t>Future-Ready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0832" y="3854096"/>
            <a:ext cx="4069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Extensible to additional imaging types, manufacturing QC, and asset monitoring.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666666"/>
                </a:solidFill>
                <a:latin typeface="Calibri"/>
              </a:rPr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8735825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5D74D-F350-726A-ACC0-45BE12CE8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4CE6-E930-58E1-665C-41699647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Measurable Impact &amp; Results</a:t>
            </a:r>
          </a:p>
        </p:txBody>
      </p:sp>
    </p:spTree>
    <p:extLst>
      <p:ext uri="{BB962C8B-B14F-4D97-AF65-F5344CB8AC3E}">
        <p14:creationId xmlns:p14="http://schemas.microsoft.com/office/powerpoint/2010/main" val="24637830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Measurable Impact &amp;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000" y="800000"/>
            <a:ext cx="199339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0000" y="800000"/>
            <a:ext cx="1993392" cy="4572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0000" y="937160"/>
            <a:ext cx="19933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007AB8"/>
                </a:solidFill>
                <a:latin typeface="Calibri"/>
              </a:rPr>
              <a:t>&lt; 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94360"/>
            <a:ext cx="183339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Calibri"/>
              </a:rPr>
              <a:t>Per-Image
Analysis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897280"/>
            <a:ext cx="183339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Was: 15-20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83120" y="800000"/>
            <a:ext cx="199339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83120" y="800000"/>
            <a:ext cx="1993392" cy="45720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3120" y="937160"/>
            <a:ext cx="19933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00964B"/>
                </a:solidFill>
                <a:latin typeface="Calibri"/>
              </a:rPr>
              <a:t>~65%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3120" y="1394360"/>
            <a:ext cx="183339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Calibri"/>
              </a:rPr>
              <a:t>Reduction in
Manual Effort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3120" y="1897280"/>
            <a:ext cx="183339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vs. Manual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6240" y="800000"/>
            <a:ext cx="199339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6240" y="800000"/>
            <a:ext cx="1993392" cy="457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6240" y="937160"/>
            <a:ext cx="19933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E86C00"/>
                </a:solidFill>
                <a:latin typeface="Calibri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6240" y="1394360"/>
            <a:ext cx="183339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Calibri"/>
              </a:rPr>
              <a:t>Consistency
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6240" y="1897280"/>
            <a:ext cx="183339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vs. Human Inspection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9360" y="800000"/>
            <a:ext cx="199339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9360" y="800000"/>
            <a:ext cx="199339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9360" y="937160"/>
            <a:ext cx="19933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6A0DAD"/>
                </a:solidFill>
                <a:latin typeface="Calibri"/>
              </a:rPr>
              <a:t>30-40%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9360" y="1394360"/>
            <a:ext cx="183339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Calibri"/>
              </a:rPr>
              <a:t>Operational
Cost Savings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360" y="1897280"/>
            <a:ext cx="183339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Estimated ROI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0000" y="2445920"/>
            <a:ext cx="8584000" cy="23775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000" y="2505920"/>
            <a:ext cx="83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2B5C"/>
                </a:solidFill>
                <a:latin typeface="Calibri"/>
              </a:rPr>
              <a:t>Impact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00" y="2765960"/>
            <a:ext cx="8344000" cy="19660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Business Value: Transformed manual image review into automated AI-assisted analysis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Productivity: ~65% reduction in manual inspection effort across workflows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Cycle Time: Image analysis reduced from 15-20 min to under 2 min per image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Quality: Estimated 35% improvement in detection consistency over human-only inspection</a:t>
            </a: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Scalability: From single-user manual review to multi-user concurrent AI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666666"/>
                </a:solidFill>
                <a:latin typeface="Calibri"/>
              </a:rPr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73350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Quality Engineering &amp;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000" y="800000"/>
            <a:ext cx="3931920" cy="40691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0000" y="800000"/>
            <a:ext cx="3931920" cy="4572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000" y="880000"/>
            <a:ext cx="37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7AB8"/>
                </a:solidFill>
                <a:latin typeface="Calibri"/>
              </a:rPr>
              <a:t>Agile Delivery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000" y="1165760"/>
            <a:ext cx="37319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Weekly sprint planning &amp; retrospectives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Incremental feature releases every sprint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Continuous testing integrated in pipeline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User feedback after each demo cycle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Engineering reviews for code quality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Demo-based progress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000" y="2583080"/>
            <a:ext cx="37319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000" y="2674519"/>
            <a:ext cx="37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7AB8"/>
                </a:solidFill>
                <a:latin typeface="Calibri"/>
              </a:rPr>
              <a:t>Team (3 Members)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00" y="2948840"/>
            <a:ext cx="37319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Mangesh Gupta  –  AI Expert &amp; Technical Lead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Manoj  –  AI Engineer &amp; Developer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AB8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Mangesh Awasekar  –  PM &amp; Stakeholder Coord.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000" y="4503420"/>
            <a:ext cx="3731920" cy="274320"/>
          </a:xfrm>
          <a:prstGeom prst="round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Aug 2026 — Jan 2027  |  5 Months  |  PoC Delivered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6512" y="800000"/>
            <a:ext cx="3931920" cy="40691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6512" y="800000"/>
            <a:ext cx="3931920" cy="457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6512" y="880000"/>
            <a:ext cx="37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6C00"/>
                </a:solidFill>
                <a:latin typeface="Calibri"/>
              </a:rPr>
              <a:t>Shift-Left Quality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512" y="1165760"/>
            <a:ext cx="3731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Unit Testing – Component-level validation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Integration Testing – End-to-end API flows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API Validation – Request/response contracts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Image Processing Validation – Pipeline accuracy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AI Response Validation – Model output quality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Model Accuracy Monitoring – Drift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6512" y="2628800"/>
            <a:ext cx="37319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6512" y="2720240"/>
            <a:ext cx="37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6C00"/>
                </a:solidFill>
                <a:latin typeface="Calibri"/>
              </a:rPr>
              <a:t>Operational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6512" y="2994560"/>
            <a:ext cx="3731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Application logging &amp; error recovery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Health monitoring dashboards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Model performance monitoring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Rollback-ready deployment strategy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E86C00"/>
                </a:solidFill>
                <a:latin typeface="Calibri"/>
              </a:rPr>
              <a:t>▸ </a:t>
            </a:r>
            <a:r>
              <a:rPr sz="1000" b="0">
                <a:solidFill>
                  <a:srgbClr val="333333"/>
                </a:solidFill>
                <a:latin typeface="Calibri"/>
              </a:rPr>
              <a:t>Knowledge docs &amp; user operation guides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666666"/>
                </a:solidFill>
                <a:latin typeface="Calibri"/>
              </a:rPr>
              <a:t>TCS Confidential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417320"/>
            <a:ext cx="8229600" cy="2286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00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00A3E0"/>
                </a:solidFill>
                <a:latin typeface="Calibri"/>
              </a:rPr>
              <a:t>VisionGuard 360  —  AI-Powered Visual Inspection &amp;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743200"/>
            <a:ext cx="2194560" cy="13716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6400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Nominated By:  Mangesh Awasekar  |  Humana Pune Delivery Owner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BBBBBB"/>
                </a:solidFill>
                <a:latin typeface="Calibri"/>
              </a:rPr>
              <a:t>SPOC:  Mangesh Gupta  |  gupta.mangesh@tcs.com  |  +91 7030376124</a:t>
            </a:r>
          </a:p>
          <a:p>
            <a:pPr algn="ctr">
              <a:spcAft>
                <a:spcPts val="1200"/>
              </a:spcAft>
            </a:pPr>
            <a:r>
              <a:rPr sz="1000" b="0">
                <a:solidFill>
                  <a:srgbClr val="AAAAAA"/>
                </a:solidFill>
                <a:latin typeface="Calibri"/>
              </a:rPr>
              <a:t>Humana Inc  |  LSHCERU  |  IS-LSHC-Healthcare 2.3</a:t>
            </a:r>
          </a:p>
          <a:p>
            <a:pPr algn="ctr"/>
            <a:r>
              <a:rPr sz="1400" b="1">
                <a:solidFill>
                  <a:srgbClr val="00A3E0"/>
                </a:solidFill>
                <a:latin typeface="Calibri"/>
              </a:rPr>
              <a:t>Engineering Excellence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556677"/>
                </a:solidFill>
                <a:latin typeface="Calibri"/>
              </a:rPr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4267521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A7616F4E-4E3E-45F0-806C-A41E574CA80D}"/>
    </a:ext>
  </a:extLst>
</a:theme>
</file>

<file path=ppt/theme/theme2.xml><?xml version="1.0" encoding="utf-8"?>
<a:theme xmlns:a="http://schemas.openxmlformats.org/drawingml/2006/main" name="Title Slide_Black Blue 1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EEF4FA7F-D9E6-468B-B086-7FAFD65D81D3}"/>
    </a:ext>
  </a:extLst>
</a:theme>
</file>

<file path=ppt/theme/theme3.xml><?xml version="1.0" encoding="utf-8"?>
<a:theme xmlns:a="http://schemas.openxmlformats.org/drawingml/2006/main" name="1_Title Slide_Black Blue 1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EEF4FA7F-D9E6-468B-B086-7FAFD65D81D3}"/>
    </a:ext>
  </a:extLst>
</a:theme>
</file>

<file path=ppt/theme/theme4.xml><?xml version="1.0" encoding="utf-8"?>
<a:theme xmlns:a="http://schemas.openxmlformats.org/drawingml/2006/main" name="Divi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972DC762-3DB2-45CA-B314-A2F6C887ED31}"/>
    </a:ext>
  </a:extLst>
</a:theme>
</file>

<file path=ppt/theme/theme5.xml><?xml version="1.0" encoding="utf-8"?>
<a:theme xmlns:a="http://schemas.openxmlformats.org/drawingml/2006/main" name="1_Divi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972DC762-3DB2-45CA-B314-A2F6C887ED31}"/>
    </a:ext>
  </a:extLst>
</a:theme>
</file>

<file path=ppt/theme/theme6.xml><?xml version="1.0" encoding="utf-8"?>
<a:theme xmlns:a="http://schemas.openxmlformats.org/drawingml/2006/main" name="Thank you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390C85EF-76EE-4D4F-9FF1-7EDEEDEB5FB4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95189823CAC646904CD08E36C62EFC" ma:contentTypeVersion="14" ma:contentTypeDescription="Create a new document." ma:contentTypeScope="" ma:versionID="916dfcf53f907ec275c9c218111de95b">
  <xsd:schema xmlns:xsd="http://www.w3.org/2001/XMLSchema" xmlns:xs="http://www.w3.org/2001/XMLSchema" xmlns:p="http://schemas.microsoft.com/office/2006/metadata/properties" xmlns:ns2="d7ed8887-0ecd-444b-92c3-fbea298e1bab" xmlns:ns3="6d3352b6-0a86-46d0-9754-013a9f84dc2c" xmlns:ns4="bc241ed6-9457-4714-9cc5-f6e61a100fb4" targetNamespace="http://schemas.microsoft.com/office/2006/metadata/properties" ma:root="true" ma:fieldsID="eabcd6c4dd5ff746a5666ddfac9791ac" ns2:_="" ns3:_="" ns4:_="">
    <xsd:import namespace="d7ed8887-0ecd-444b-92c3-fbea298e1bab"/>
    <xsd:import namespace="6d3352b6-0a86-46d0-9754-013a9f84dc2c"/>
    <xsd:import namespace="bc241ed6-9457-4714-9cc5-f6e61a100fb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ed8887-0ecd-444b-92c3-fbea298e1b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3352b6-0a86-46d0-9754-013a9f84dc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66b93a-4635-4247-88ec-09744cab27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1ed6-9457-4714-9cc5-f6e61a100fb4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9b3a360e-db39-4b1a-abec-79b14a3f7dd2}" ma:internalName="TaxCatchAll" ma:showField="CatchAllData" ma:web="bc241ed6-9457-4714-9cc5-f6e61a100f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3352b6-0a86-46d0-9754-013a9f84dc2c">
      <Terms xmlns="http://schemas.microsoft.com/office/infopath/2007/PartnerControls"/>
    </lcf76f155ced4ddcb4097134ff3c332f>
    <TaxCatchAll xmlns="bc241ed6-9457-4714-9cc5-f6e61a100fb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730FEC-E035-4C6A-8787-5D37A4D7D8ED}"/>
</file>

<file path=customXml/itemProps2.xml><?xml version="1.0" encoding="utf-8"?>
<ds:datastoreItem xmlns:ds="http://schemas.openxmlformats.org/officeDocument/2006/customXml" ds:itemID="{DBB1B480-7C1E-4300-A913-41CAD33511F4}">
  <ds:schemaRefs>
    <ds:schemaRef ds:uri="http://www.w3.org/XML/1998/namespace"/>
    <ds:schemaRef ds:uri="http://purl.org/dc/dcmitype/"/>
    <ds:schemaRef ds:uri="http://schemas.microsoft.com/office/2006/metadata/properties"/>
    <ds:schemaRef ds:uri="ed5f3adb-d74a-4f34-826c-cfa79a1b5e9d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1771064e-c6ae-44b4-88a5-a935e9ecfce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AC37ED8-06D3-4BAF-925E-0E0C6BD526E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TCS_Company_Presentation_template_standard_16X9</Template>
  <TotalTime>0</TotalTime>
  <Words>382</Words>
  <Application>Microsoft Office PowerPoint</Application>
  <PresentationFormat>On-screen Show (16:9)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Courier New</vt:lpstr>
      <vt:lpstr>Symbol</vt:lpstr>
      <vt:lpstr>Wingdings</vt:lpstr>
      <vt:lpstr>Content Slide_White</vt:lpstr>
      <vt:lpstr>Title Slide_Black Blue 1</vt:lpstr>
      <vt:lpstr>1_Title Slide_Black Blue 1</vt:lpstr>
      <vt:lpstr>Divider Slide</vt:lpstr>
      <vt:lpstr>1_Divider Slide</vt:lpstr>
      <vt:lpstr>Thank you slide</vt:lpstr>
      <vt:lpstr>Opening Slides - Add title here </vt:lpstr>
      <vt:lpstr>Colour palette</vt:lpstr>
      <vt:lpstr>Add slide title lorem ipsum</vt:lpstr>
      <vt:lpstr>Add separator title here</vt:lpstr>
      <vt:lpstr>Lorem ipsum</vt:lpstr>
      <vt:lpstr>Slide title here</vt:lpstr>
      <vt:lpstr>Add separator title here</vt:lpstr>
      <vt:lpstr>PowerPoint Presentation</vt:lpstr>
      <vt:lpstr>Lorem ipsum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Krishnan</dc:creator>
  <cp:lastModifiedBy>Abhishek Asija</cp:lastModifiedBy>
  <cp:revision>1</cp:revision>
  <dcterms:created xsi:type="dcterms:W3CDTF">2025-08-28T04:28:46Z</dcterms:created>
  <dcterms:modified xsi:type="dcterms:W3CDTF">2026-09-08T11:31:26Z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0x0101001195189823CAC646904CD08E36C62EFC</vt:lpwstr>
  </property>
</Properties>
</file>